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0"/>
  </p:notesMasterIdLst>
  <p:sldIdLst>
    <p:sldId id="495" r:id="rId5"/>
    <p:sldId id="496" r:id="rId6"/>
    <p:sldId id="462" r:id="rId7"/>
    <p:sldId id="501" r:id="rId8"/>
    <p:sldId id="497" r:id="rId9"/>
    <p:sldId id="498" r:id="rId10"/>
    <p:sldId id="499" r:id="rId11"/>
    <p:sldId id="505" r:id="rId12"/>
    <p:sldId id="500" r:id="rId13"/>
    <p:sldId id="502" r:id="rId14"/>
    <p:sldId id="503" r:id="rId15"/>
    <p:sldId id="506" r:id="rId16"/>
    <p:sldId id="507" r:id="rId17"/>
    <p:sldId id="508" r:id="rId18"/>
    <p:sldId id="509" r:id="rId19"/>
    <p:sldId id="510" r:id="rId20"/>
    <p:sldId id="525" r:id="rId21"/>
    <p:sldId id="528" r:id="rId22"/>
    <p:sldId id="512" r:id="rId23"/>
    <p:sldId id="524" r:id="rId24"/>
    <p:sldId id="527" r:id="rId25"/>
    <p:sldId id="526" r:id="rId26"/>
    <p:sldId id="523" r:id="rId27"/>
    <p:sldId id="521" r:id="rId28"/>
    <p:sldId id="511" r:id="rId29"/>
    <p:sldId id="515" r:id="rId30"/>
    <p:sldId id="518" r:id="rId31"/>
    <p:sldId id="519" r:id="rId32"/>
    <p:sldId id="514" r:id="rId33"/>
    <p:sldId id="520" r:id="rId34"/>
    <p:sldId id="529" r:id="rId35"/>
    <p:sldId id="530" r:id="rId36"/>
    <p:sldId id="533" r:id="rId37"/>
    <p:sldId id="531" r:id="rId38"/>
    <p:sldId id="532"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5843B41-B0F4-3C4F-B06A-4600B5099CFE}" v="148" dt="2025-03-25T13:15:48.52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578"/>
    <p:restoredTop sz="94820"/>
  </p:normalViewPr>
  <p:slideViewPr>
    <p:cSldViewPr snapToGrid="0">
      <p:cViewPr>
        <p:scale>
          <a:sx n="112" d="100"/>
          <a:sy n="112" d="100"/>
        </p:scale>
        <p:origin x="224" y="3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45"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microsoft.com/office/2015/10/relationships/revisionInfo" Target="revisionInfo.xml"/><Relationship Id="rId20" Type="http://schemas.openxmlformats.org/officeDocument/2006/relationships/slide" Target="slides/slide16.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g, Elizabeth (NIH/NICHD) [C]" userId="c66ff436-0762-43e7-9e4d-03b1eca9c9f2" providerId="ADAL" clId="{35843B41-B0F4-3C4F-B06A-4600B5099CFE}"/>
    <pc:docChg chg="undo custSel addSld delSld modSld sldOrd">
      <pc:chgData name="Chang, Elizabeth (NIH/NICHD) [C]" userId="c66ff436-0762-43e7-9e4d-03b1eca9c9f2" providerId="ADAL" clId="{35843B41-B0F4-3C4F-B06A-4600B5099CFE}" dt="2025-03-25T13:15:48.523" v="678" actId="1076"/>
      <pc:docMkLst>
        <pc:docMk/>
      </pc:docMkLst>
      <pc:sldChg chg="addSp delSp modSp new mod">
        <pc:chgData name="Chang, Elizabeth (NIH/NICHD) [C]" userId="c66ff436-0762-43e7-9e4d-03b1eca9c9f2" providerId="ADAL" clId="{35843B41-B0F4-3C4F-B06A-4600B5099CFE}" dt="2025-03-25T13:01:28.475" v="440" actId="20577"/>
        <pc:sldMkLst>
          <pc:docMk/>
          <pc:sldMk cId="994204439" sldId="510"/>
        </pc:sldMkLst>
        <pc:spChg chg="mod">
          <ac:chgData name="Chang, Elizabeth (NIH/NICHD) [C]" userId="c66ff436-0762-43e7-9e4d-03b1eca9c9f2" providerId="ADAL" clId="{35843B41-B0F4-3C4F-B06A-4600B5099CFE}" dt="2025-03-25T01:19:11.640" v="62" actId="20577"/>
          <ac:spMkLst>
            <pc:docMk/>
            <pc:sldMk cId="994204439" sldId="510"/>
            <ac:spMk id="2" creationId="{FC70FD19-074B-4C34-92DF-10F4BF33730A}"/>
          </ac:spMkLst>
        </pc:spChg>
        <pc:spChg chg="del">
          <ac:chgData name="Chang, Elizabeth (NIH/NICHD) [C]" userId="c66ff436-0762-43e7-9e4d-03b1eca9c9f2" providerId="ADAL" clId="{35843B41-B0F4-3C4F-B06A-4600B5099CFE}" dt="2025-03-25T01:21:50.667" v="63" actId="478"/>
          <ac:spMkLst>
            <pc:docMk/>
            <pc:sldMk cId="994204439" sldId="510"/>
            <ac:spMk id="3" creationId="{7538A97B-D6EA-2131-4C60-3F8AFE4F9885}"/>
          </ac:spMkLst>
        </pc:spChg>
        <pc:spChg chg="add mod">
          <ac:chgData name="Chang, Elizabeth (NIH/NICHD) [C]" userId="c66ff436-0762-43e7-9e4d-03b1eca9c9f2" providerId="ADAL" clId="{35843B41-B0F4-3C4F-B06A-4600B5099CFE}" dt="2025-03-25T01:23:37.874" v="228" actId="20577"/>
          <ac:spMkLst>
            <pc:docMk/>
            <pc:sldMk cId="994204439" sldId="510"/>
            <ac:spMk id="5" creationId="{809F38B5-AD2E-764C-671E-648A6E968BEF}"/>
          </ac:spMkLst>
        </pc:spChg>
        <pc:spChg chg="add mod">
          <ac:chgData name="Chang, Elizabeth (NIH/NICHD) [C]" userId="c66ff436-0762-43e7-9e4d-03b1eca9c9f2" providerId="ADAL" clId="{35843B41-B0F4-3C4F-B06A-4600B5099CFE}" dt="2025-03-25T13:01:28.475" v="440" actId="20577"/>
          <ac:spMkLst>
            <pc:docMk/>
            <pc:sldMk cId="994204439" sldId="510"/>
            <ac:spMk id="7" creationId="{618ADF6C-1CE6-186F-28A8-3A066AB51E40}"/>
          </ac:spMkLst>
        </pc:spChg>
      </pc:sldChg>
      <pc:sldChg chg="addSp delSp modSp new mod">
        <pc:chgData name="Chang, Elizabeth (NIH/NICHD) [C]" userId="c66ff436-0762-43e7-9e4d-03b1eca9c9f2" providerId="ADAL" clId="{35843B41-B0F4-3C4F-B06A-4600B5099CFE}" dt="2025-03-25T01:49:42.219" v="375" actId="1076"/>
        <pc:sldMkLst>
          <pc:docMk/>
          <pc:sldMk cId="2727306150" sldId="511"/>
        </pc:sldMkLst>
        <pc:spChg chg="del">
          <ac:chgData name="Chang, Elizabeth (NIH/NICHD) [C]" userId="c66ff436-0762-43e7-9e4d-03b1eca9c9f2" providerId="ADAL" clId="{35843B41-B0F4-3C4F-B06A-4600B5099CFE}" dt="2025-03-25T01:25:43.951" v="231" actId="478"/>
          <ac:spMkLst>
            <pc:docMk/>
            <pc:sldMk cId="2727306150" sldId="511"/>
            <ac:spMk id="2" creationId="{CE25D131-14D4-01AE-8D79-07FC82BAA361}"/>
          </ac:spMkLst>
        </pc:spChg>
        <pc:spChg chg="del">
          <ac:chgData name="Chang, Elizabeth (NIH/NICHD) [C]" userId="c66ff436-0762-43e7-9e4d-03b1eca9c9f2" providerId="ADAL" clId="{35843B41-B0F4-3C4F-B06A-4600B5099CFE}" dt="2025-03-25T01:25:45.703" v="232" actId="478"/>
          <ac:spMkLst>
            <pc:docMk/>
            <pc:sldMk cId="2727306150" sldId="511"/>
            <ac:spMk id="3" creationId="{4B531962-93FE-D3CC-CB39-C34965A8CE60}"/>
          </ac:spMkLst>
        </pc:spChg>
        <pc:spChg chg="add mod">
          <ac:chgData name="Chang, Elizabeth (NIH/NICHD) [C]" userId="c66ff436-0762-43e7-9e4d-03b1eca9c9f2" providerId="ADAL" clId="{35843B41-B0F4-3C4F-B06A-4600B5099CFE}" dt="2025-03-25T01:49:42.219" v="375" actId="1076"/>
          <ac:spMkLst>
            <pc:docMk/>
            <pc:sldMk cId="2727306150" sldId="511"/>
            <ac:spMk id="5" creationId="{895AAE79-98FB-B25F-7CB0-13DDBF012756}"/>
          </ac:spMkLst>
        </pc:spChg>
        <pc:picChg chg="add">
          <ac:chgData name="Chang, Elizabeth (NIH/NICHD) [C]" userId="c66ff436-0762-43e7-9e4d-03b1eca9c9f2" providerId="ADAL" clId="{35843B41-B0F4-3C4F-B06A-4600B5099CFE}" dt="2025-03-25T01:25:46.916" v="233"/>
          <ac:picMkLst>
            <pc:docMk/>
            <pc:sldMk cId="2727306150" sldId="511"/>
            <ac:picMk id="1026" creationId="{B51C36BA-EA44-1242-E6B2-8B10DF47AED6}"/>
          </ac:picMkLst>
        </pc:picChg>
        <pc:picChg chg="add">
          <ac:chgData name="Chang, Elizabeth (NIH/NICHD) [C]" userId="c66ff436-0762-43e7-9e4d-03b1eca9c9f2" providerId="ADAL" clId="{35843B41-B0F4-3C4F-B06A-4600B5099CFE}" dt="2025-03-25T01:47:28.765" v="363"/>
          <ac:picMkLst>
            <pc:docMk/>
            <pc:sldMk cId="2727306150" sldId="511"/>
            <ac:picMk id="1028" creationId="{67BCC8BF-6162-D892-BA90-D7BB50C9F41A}"/>
          </ac:picMkLst>
        </pc:picChg>
      </pc:sldChg>
      <pc:sldChg chg="modSp new mod">
        <pc:chgData name="Chang, Elizabeth (NIH/NICHD) [C]" userId="c66ff436-0762-43e7-9e4d-03b1eca9c9f2" providerId="ADAL" clId="{35843B41-B0F4-3C4F-B06A-4600B5099CFE}" dt="2025-03-25T12:49:39.376" v="408" actId="27636"/>
        <pc:sldMkLst>
          <pc:docMk/>
          <pc:sldMk cId="3254976857" sldId="512"/>
        </pc:sldMkLst>
        <pc:spChg chg="mod">
          <ac:chgData name="Chang, Elizabeth (NIH/NICHD) [C]" userId="c66ff436-0762-43e7-9e4d-03b1eca9c9f2" providerId="ADAL" clId="{35843B41-B0F4-3C4F-B06A-4600B5099CFE}" dt="2025-03-25T01:32:56.268" v="260" actId="20577"/>
          <ac:spMkLst>
            <pc:docMk/>
            <pc:sldMk cId="3254976857" sldId="512"/>
            <ac:spMk id="2" creationId="{02256A7F-501A-E4DC-C73E-3C16C909042B}"/>
          </ac:spMkLst>
        </pc:spChg>
        <pc:spChg chg="mod">
          <ac:chgData name="Chang, Elizabeth (NIH/NICHD) [C]" userId="c66ff436-0762-43e7-9e4d-03b1eca9c9f2" providerId="ADAL" clId="{35843B41-B0F4-3C4F-B06A-4600B5099CFE}" dt="2025-03-25T12:49:39.376" v="408" actId="27636"/>
          <ac:spMkLst>
            <pc:docMk/>
            <pc:sldMk cId="3254976857" sldId="512"/>
            <ac:spMk id="3" creationId="{F6AB515C-ACD8-D8E7-A714-E6D4110CFD1D}"/>
          </ac:spMkLst>
        </pc:spChg>
      </pc:sldChg>
      <pc:sldChg chg="add del ord">
        <pc:chgData name="Chang, Elizabeth (NIH/NICHD) [C]" userId="c66ff436-0762-43e7-9e4d-03b1eca9c9f2" providerId="ADAL" clId="{35843B41-B0F4-3C4F-B06A-4600B5099CFE}" dt="2025-03-25T12:54:12.719" v="417" actId="2696"/>
        <pc:sldMkLst>
          <pc:docMk/>
          <pc:sldMk cId="2018572385" sldId="513"/>
        </pc:sldMkLst>
      </pc:sldChg>
      <pc:sldChg chg="addSp delSp modSp new del mod">
        <pc:chgData name="Chang, Elizabeth (NIH/NICHD) [C]" userId="c66ff436-0762-43e7-9e4d-03b1eca9c9f2" providerId="ADAL" clId="{35843B41-B0F4-3C4F-B06A-4600B5099CFE}" dt="2025-03-25T01:48:10.509" v="368" actId="2696"/>
        <pc:sldMkLst>
          <pc:docMk/>
          <pc:sldMk cId="3656291576" sldId="513"/>
        </pc:sldMkLst>
        <pc:spChg chg="del">
          <ac:chgData name="Chang, Elizabeth (NIH/NICHD) [C]" userId="c66ff436-0762-43e7-9e4d-03b1eca9c9f2" providerId="ADAL" clId="{35843B41-B0F4-3C4F-B06A-4600B5099CFE}" dt="2025-03-25T01:36:27.649" v="284" actId="478"/>
          <ac:spMkLst>
            <pc:docMk/>
            <pc:sldMk cId="3656291576" sldId="513"/>
            <ac:spMk id="2" creationId="{4C7CD598-7EAE-5DC9-051B-1AF048280884}"/>
          </ac:spMkLst>
        </pc:spChg>
        <pc:spChg chg="del">
          <ac:chgData name="Chang, Elizabeth (NIH/NICHD) [C]" userId="c66ff436-0762-43e7-9e4d-03b1eca9c9f2" providerId="ADAL" clId="{35843B41-B0F4-3C4F-B06A-4600B5099CFE}" dt="2025-03-25T01:36:26.309" v="283" actId="478"/>
          <ac:spMkLst>
            <pc:docMk/>
            <pc:sldMk cId="3656291576" sldId="513"/>
            <ac:spMk id="3" creationId="{0F47B136-47E1-1322-973B-9E2167682284}"/>
          </ac:spMkLst>
        </pc:spChg>
        <pc:picChg chg="add mod">
          <ac:chgData name="Chang, Elizabeth (NIH/NICHD) [C]" userId="c66ff436-0762-43e7-9e4d-03b1eca9c9f2" providerId="ADAL" clId="{35843B41-B0F4-3C4F-B06A-4600B5099CFE}" dt="2025-03-25T01:36:32.510" v="287" actId="1076"/>
          <ac:picMkLst>
            <pc:docMk/>
            <pc:sldMk cId="3656291576" sldId="513"/>
            <ac:picMk id="2050" creationId="{528A45B9-5BF0-5102-1612-19F395577352}"/>
          </ac:picMkLst>
        </pc:picChg>
      </pc:sldChg>
      <pc:sldChg chg="addSp delSp modSp new mod">
        <pc:chgData name="Chang, Elizabeth (NIH/NICHD) [C]" userId="c66ff436-0762-43e7-9e4d-03b1eca9c9f2" providerId="ADAL" clId="{35843B41-B0F4-3C4F-B06A-4600B5099CFE}" dt="2025-03-25T12:28:45.137" v="402" actId="1076"/>
        <pc:sldMkLst>
          <pc:docMk/>
          <pc:sldMk cId="3063754617" sldId="514"/>
        </pc:sldMkLst>
        <pc:spChg chg="del">
          <ac:chgData name="Chang, Elizabeth (NIH/NICHD) [C]" userId="c66ff436-0762-43e7-9e4d-03b1eca9c9f2" providerId="ADAL" clId="{35843B41-B0F4-3C4F-B06A-4600B5099CFE}" dt="2025-03-25T01:36:54.716" v="289" actId="478"/>
          <ac:spMkLst>
            <pc:docMk/>
            <pc:sldMk cId="3063754617" sldId="514"/>
            <ac:spMk id="2" creationId="{BD9BA6B1-AEF1-B6F3-1C7E-A67E04CDA0D8}"/>
          </ac:spMkLst>
        </pc:spChg>
        <pc:spChg chg="del">
          <ac:chgData name="Chang, Elizabeth (NIH/NICHD) [C]" userId="c66ff436-0762-43e7-9e4d-03b1eca9c9f2" providerId="ADAL" clId="{35843B41-B0F4-3C4F-B06A-4600B5099CFE}" dt="2025-03-25T01:36:56.340" v="290" actId="478"/>
          <ac:spMkLst>
            <pc:docMk/>
            <pc:sldMk cId="3063754617" sldId="514"/>
            <ac:spMk id="3" creationId="{2F461029-A9B3-463D-8DF9-03CFB5F1FFDA}"/>
          </ac:spMkLst>
        </pc:spChg>
        <pc:spChg chg="add del">
          <ac:chgData name="Chang, Elizabeth (NIH/NICHD) [C]" userId="c66ff436-0762-43e7-9e4d-03b1eca9c9f2" providerId="ADAL" clId="{35843B41-B0F4-3C4F-B06A-4600B5099CFE}" dt="2025-03-25T01:36:58.356" v="292" actId="478"/>
          <ac:spMkLst>
            <pc:docMk/>
            <pc:sldMk cId="3063754617" sldId="514"/>
            <ac:spMk id="4" creationId="{DB09F734-7B3E-211A-CCC1-3115EB49EAAC}"/>
          </ac:spMkLst>
        </pc:spChg>
        <pc:spChg chg="add mod">
          <ac:chgData name="Chang, Elizabeth (NIH/NICHD) [C]" userId="c66ff436-0762-43e7-9e4d-03b1eca9c9f2" providerId="ADAL" clId="{35843B41-B0F4-3C4F-B06A-4600B5099CFE}" dt="2025-03-25T01:45:50.039" v="305" actId="20577"/>
          <ac:spMkLst>
            <pc:docMk/>
            <pc:sldMk cId="3063754617" sldId="514"/>
            <ac:spMk id="8" creationId="{16E83B32-1028-880E-D613-613554CA035D}"/>
          </ac:spMkLst>
        </pc:spChg>
        <pc:picChg chg="add mod">
          <ac:chgData name="Chang, Elizabeth (NIH/NICHD) [C]" userId="c66ff436-0762-43e7-9e4d-03b1eca9c9f2" providerId="ADAL" clId="{35843B41-B0F4-3C4F-B06A-4600B5099CFE}" dt="2025-03-25T12:28:45.137" v="402" actId="1076"/>
          <ac:picMkLst>
            <pc:docMk/>
            <pc:sldMk cId="3063754617" sldId="514"/>
            <ac:picMk id="6" creationId="{A517CA16-C1F6-2BFB-0D5E-6C309ACAD8B2}"/>
          </ac:picMkLst>
        </pc:picChg>
      </pc:sldChg>
      <pc:sldChg chg="addSp delSp modSp new add del mod">
        <pc:chgData name="Chang, Elizabeth (NIH/NICHD) [C]" userId="c66ff436-0762-43e7-9e4d-03b1eca9c9f2" providerId="ADAL" clId="{35843B41-B0F4-3C4F-B06A-4600B5099CFE}" dt="2025-03-25T12:29:04.684" v="404" actId="2696"/>
        <pc:sldMkLst>
          <pc:docMk/>
          <pc:sldMk cId="454644771" sldId="515"/>
        </pc:sldMkLst>
        <pc:spChg chg="del">
          <ac:chgData name="Chang, Elizabeth (NIH/NICHD) [C]" userId="c66ff436-0762-43e7-9e4d-03b1eca9c9f2" providerId="ADAL" clId="{35843B41-B0F4-3C4F-B06A-4600B5099CFE}" dt="2025-03-25T01:47:54.692" v="365" actId="478"/>
          <ac:spMkLst>
            <pc:docMk/>
            <pc:sldMk cId="454644771" sldId="515"/>
            <ac:spMk id="2" creationId="{051DB356-7F7D-7452-7BA4-30BD6E8A1CB6}"/>
          </ac:spMkLst>
        </pc:spChg>
        <pc:spChg chg="del">
          <ac:chgData name="Chang, Elizabeth (NIH/NICHD) [C]" userId="c66ff436-0762-43e7-9e4d-03b1eca9c9f2" providerId="ADAL" clId="{35843B41-B0F4-3C4F-B06A-4600B5099CFE}" dt="2025-03-25T01:47:56.252" v="366" actId="478"/>
          <ac:spMkLst>
            <pc:docMk/>
            <pc:sldMk cId="454644771" sldId="515"/>
            <ac:spMk id="3" creationId="{E3169550-4E51-402B-A521-BB6F019B5887}"/>
          </ac:spMkLst>
        </pc:spChg>
        <pc:spChg chg="add mod">
          <ac:chgData name="Chang, Elizabeth (NIH/NICHD) [C]" userId="c66ff436-0762-43e7-9e4d-03b1eca9c9f2" providerId="ADAL" clId="{35843B41-B0F4-3C4F-B06A-4600B5099CFE}" dt="2025-03-25T01:49:46.353" v="377" actId="1076"/>
          <ac:spMkLst>
            <pc:docMk/>
            <pc:sldMk cId="454644771" sldId="515"/>
            <ac:spMk id="5" creationId="{40C2FEF7-3CC0-7C2D-C15C-71DB5F7F625E}"/>
          </ac:spMkLst>
        </pc:spChg>
        <pc:picChg chg="add">
          <ac:chgData name="Chang, Elizabeth (NIH/NICHD) [C]" userId="c66ff436-0762-43e7-9e4d-03b1eca9c9f2" providerId="ADAL" clId="{35843B41-B0F4-3C4F-B06A-4600B5099CFE}" dt="2025-03-25T01:47:57.248" v="367"/>
          <ac:picMkLst>
            <pc:docMk/>
            <pc:sldMk cId="454644771" sldId="515"/>
            <ac:picMk id="5122" creationId="{BDA3F3D8-539C-0436-DBDB-EA5B8397F03F}"/>
          </ac:picMkLst>
        </pc:picChg>
      </pc:sldChg>
      <pc:sldChg chg="addSp delSp modSp new del mod">
        <pc:chgData name="Chang, Elizabeth (NIH/NICHD) [C]" userId="c66ff436-0762-43e7-9e4d-03b1eca9c9f2" providerId="ADAL" clId="{35843B41-B0F4-3C4F-B06A-4600B5099CFE}" dt="2025-03-25T01:46:26.412" v="362" actId="2696"/>
        <pc:sldMkLst>
          <pc:docMk/>
          <pc:sldMk cId="3926681758" sldId="515"/>
        </pc:sldMkLst>
        <pc:spChg chg="mod">
          <ac:chgData name="Chang, Elizabeth (NIH/NICHD) [C]" userId="c66ff436-0762-43e7-9e4d-03b1eca9c9f2" providerId="ADAL" clId="{35843B41-B0F4-3C4F-B06A-4600B5099CFE}" dt="2025-03-25T01:46:01.833" v="359" actId="20577"/>
          <ac:spMkLst>
            <pc:docMk/>
            <pc:sldMk cId="3926681758" sldId="515"/>
            <ac:spMk id="2" creationId="{2211F5E3-79DC-769F-39EE-833F66410C73}"/>
          </ac:spMkLst>
        </pc:spChg>
        <pc:spChg chg="del">
          <ac:chgData name="Chang, Elizabeth (NIH/NICHD) [C]" userId="c66ff436-0762-43e7-9e4d-03b1eca9c9f2" providerId="ADAL" clId="{35843B41-B0F4-3C4F-B06A-4600B5099CFE}" dt="2025-03-25T01:46:17.716" v="360" actId="478"/>
          <ac:spMkLst>
            <pc:docMk/>
            <pc:sldMk cId="3926681758" sldId="515"/>
            <ac:spMk id="3" creationId="{F3F01F01-B3FD-FBFF-9755-DCD55D42FF3B}"/>
          </ac:spMkLst>
        </pc:spChg>
        <pc:picChg chg="add">
          <ac:chgData name="Chang, Elizabeth (NIH/NICHD) [C]" userId="c66ff436-0762-43e7-9e4d-03b1eca9c9f2" providerId="ADAL" clId="{35843B41-B0F4-3C4F-B06A-4600B5099CFE}" dt="2025-03-25T01:46:19.429" v="361"/>
          <ac:picMkLst>
            <pc:docMk/>
            <pc:sldMk cId="3926681758" sldId="515"/>
            <ac:picMk id="4098" creationId="{1CC0C363-2D8A-266C-1075-CE5DF58BA28A}"/>
          </ac:picMkLst>
        </pc:picChg>
      </pc:sldChg>
      <pc:sldChg chg="add del">
        <pc:chgData name="Chang, Elizabeth (NIH/NICHD) [C]" userId="c66ff436-0762-43e7-9e4d-03b1eca9c9f2" providerId="ADAL" clId="{35843B41-B0F4-3C4F-B06A-4600B5099CFE}" dt="2025-03-25T01:51:02.944" v="392" actId="2696"/>
        <pc:sldMkLst>
          <pc:docMk/>
          <pc:sldMk cId="3989156741" sldId="516"/>
        </pc:sldMkLst>
      </pc:sldChg>
      <pc:sldChg chg="addSp modSp add del mod">
        <pc:chgData name="Chang, Elizabeth (NIH/NICHD) [C]" userId="c66ff436-0762-43e7-9e4d-03b1eca9c9f2" providerId="ADAL" clId="{35843B41-B0F4-3C4F-B06A-4600B5099CFE}" dt="2025-03-25T02:00:07.407" v="400" actId="2696"/>
        <pc:sldMkLst>
          <pc:docMk/>
          <pc:sldMk cId="3724590728" sldId="517"/>
        </pc:sldMkLst>
        <pc:spChg chg="add mod">
          <ac:chgData name="Chang, Elizabeth (NIH/NICHD) [C]" userId="c66ff436-0762-43e7-9e4d-03b1eca9c9f2" providerId="ADAL" clId="{35843B41-B0F4-3C4F-B06A-4600B5099CFE}" dt="2025-03-25T01:49:53.313" v="381" actId="1076"/>
          <ac:spMkLst>
            <pc:docMk/>
            <pc:sldMk cId="3724590728" sldId="517"/>
            <ac:spMk id="3" creationId="{20492234-441E-424C-FAF1-F988C14EAB7C}"/>
          </ac:spMkLst>
        </pc:spChg>
        <pc:picChg chg="mod">
          <ac:chgData name="Chang, Elizabeth (NIH/NICHD) [C]" userId="c66ff436-0762-43e7-9e4d-03b1eca9c9f2" providerId="ADAL" clId="{35843B41-B0F4-3C4F-B06A-4600B5099CFE}" dt="2025-03-25T01:49:50.423" v="380" actId="1076"/>
          <ac:picMkLst>
            <pc:docMk/>
            <pc:sldMk cId="3724590728" sldId="517"/>
            <ac:picMk id="5122" creationId="{A1353105-BE0E-D721-CC0F-0F03BA2C7D18}"/>
          </ac:picMkLst>
        </pc:picChg>
      </pc:sldChg>
      <pc:sldChg chg="addSp delSp modSp new mod">
        <pc:chgData name="Chang, Elizabeth (NIH/NICHD) [C]" userId="c66ff436-0762-43e7-9e4d-03b1eca9c9f2" providerId="ADAL" clId="{35843B41-B0F4-3C4F-B06A-4600B5099CFE}" dt="2025-03-25T01:50:16.951" v="386" actId="478"/>
        <pc:sldMkLst>
          <pc:docMk/>
          <pc:sldMk cId="314608119" sldId="518"/>
        </pc:sldMkLst>
        <pc:spChg chg="add mod">
          <ac:chgData name="Chang, Elizabeth (NIH/NICHD) [C]" userId="c66ff436-0762-43e7-9e4d-03b1eca9c9f2" providerId="ADAL" clId="{35843B41-B0F4-3C4F-B06A-4600B5099CFE}" dt="2025-03-25T01:49:57.936" v="383" actId="1076"/>
          <ac:spMkLst>
            <pc:docMk/>
            <pc:sldMk cId="314608119" sldId="518"/>
            <ac:spMk id="5" creationId="{80E7B533-66D8-2384-FE33-F0A1C2334C0B}"/>
          </ac:spMkLst>
        </pc:spChg>
        <pc:picChg chg="add mod">
          <ac:chgData name="Chang, Elizabeth (NIH/NICHD) [C]" userId="c66ff436-0762-43e7-9e4d-03b1eca9c9f2" providerId="ADAL" clId="{35843B41-B0F4-3C4F-B06A-4600B5099CFE}" dt="2025-03-25T01:50:15.966" v="385" actId="1076"/>
          <ac:picMkLst>
            <pc:docMk/>
            <pc:sldMk cId="314608119" sldId="518"/>
            <ac:picMk id="9218" creationId="{BB412828-914C-FB6A-B6BB-541B3BBE36F7}"/>
          </ac:picMkLst>
        </pc:picChg>
        <pc:picChg chg="add del mod">
          <ac:chgData name="Chang, Elizabeth (NIH/NICHD) [C]" userId="c66ff436-0762-43e7-9e4d-03b1eca9c9f2" providerId="ADAL" clId="{35843B41-B0F4-3C4F-B06A-4600B5099CFE}" dt="2025-03-25T01:50:16.951" v="386" actId="478"/>
          <ac:picMkLst>
            <pc:docMk/>
            <pc:sldMk cId="314608119" sldId="518"/>
            <ac:picMk id="9220" creationId="{3F35809F-3C36-ECB8-4A3A-DAA1839E2625}"/>
          </ac:picMkLst>
        </pc:picChg>
      </pc:sldChg>
      <pc:sldChg chg="addSp modSp new mod">
        <pc:chgData name="Chang, Elizabeth (NIH/NICHD) [C]" userId="c66ff436-0762-43e7-9e4d-03b1eca9c9f2" providerId="ADAL" clId="{35843B41-B0F4-3C4F-B06A-4600B5099CFE}" dt="2025-03-25T01:50:29.500" v="390" actId="1076"/>
        <pc:sldMkLst>
          <pc:docMk/>
          <pc:sldMk cId="1434558246" sldId="519"/>
        </pc:sldMkLst>
        <pc:spChg chg="add mod">
          <ac:chgData name="Chang, Elizabeth (NIH/NICHD) [C]" userId="c66ff436-0762-43e7-9e4d-03b1eca9c9f2" providerId="ADAL" clId="{35843B41-B0F4-3C4F-B06A-4600B5099CFE}" dt="2025-03-25T01:50:29.500" v="390" actId="1076"/>
          <ac:spMkLst>
            <pc:docMk/>
            <pc:sldMk cId="1434558246" sldId="519"/>
            <ac:spMk id="5" creationId="{04543599-277D-CE13-0F25-9882563511B9}"/>
          </ac:spMkLst>
        </pc:spChg>
        <pc:picChg chg="add">
          <ac:chgData name="Chang, Elizabeth (NIH/NICHD) [C]" userId="c66ff436-0762-43e7-9e4d-03b1eca9c9f2" providerId="ADAL" clId="{35843B41-B0F4-3C4F-B06A-4600B5099CFE}" dt="2025-03-25T01:50:19.671" v="388"/>
          <ac:picMkLst>
            <pc:docMk/>
            <pc:sldMk cId="1434558246" sldId="519"/>
            <ac:picMk id="10242" creationId="{4C02BEDA-A0AA-3A5F-F427-C60F7C34CDF9}"/>
          </ac:picMkLst>
        </pc:picChg>
      </pc:sldChg>
      <pc:sldChg chg="addSp delSp modSp new add del mod">
        <pc:chgData name="Chang, Elizabeth (NIH/NICHD) [C]" userId="c66ff436-0762-43e7-9e4d-03b1eca9c9f2" providerId="ADAL" clId="{35843B41-B0F4-3C4F-B06A-4600B5099CFE}" dt="2025-03-25T12:54:39.026" v="420" actId="1076"/>
        <pc:sldMkLst>
          <pc:docMk/>
          <pc:sldMk cId="192039746" sldId="520"/>
        </pc:sldMkLst>
        <pc:spChg chg="del">
          <ac:chgData name="Chang, Elizabeth (NIH/NICHD) [C]" userId="c66ff436-0762-43e7-9e4d-03b1eca9c9f2" providerId="ADAL" clId="{35843B41-B0F4-3C4F-B06A-4600B5099CFE}" dt="2025-03-25T01:51:07.309" v="394" actId="478"/>
          <ac:spMkLst>
            <pc:docMk/>
            <pc:sldMk cId="192039746" sldId="520"/>
            <ac:spMk id="2" creationId="{F7B36117-5ABD-35F4-A745-0DBAE4C7699C}"/>
          </ac:spMkLst>
        </pc:spChg>
        <pc:spChg chg="del">
          <ac:chgData name="Chang, Elizabeth (NIH/NICHD) [C]" userId="c66ff436-0762-43e7-9e4d-03b1eca9c9f2" providerId="ADAL" clId="{35843B41-B0F4-3C4F-B06A-4600B5099CFE}" dt="2025-03-25T01:51:08.713" v="395" actId="478"/>
          <ac:spMkLst>
            <pc:docMk/>
            <pc:sldMk cId="192039746" sldId="520"/>
            <ac:spMk id="3" creationId="{F18BFE6B-8088-DE3E-9D57-4AA140A9E87B}"/>
          </ac:spMkLst>
        </pc:spChg>
        <pc:picChg chg="add del">
          <ac:chgData name="Chang, Elizabeth (NIH/NICHD) [C]" userId="c66ff436-0762-43e7-9e4d-03b1eca9c9f2" providerId="ADAL" clId="{35843B41-B0F4-3C4F-B06A-4600B5099CFE}" dt="2025-03-25T01:51:11.442" v="398" actId="478"/>
          <ac:picMkLst>
            <pc:docMk/>
            <pc:sldMk cId="192039746" sldId="520"/>
            <ac:picMk id="11266" creationId="{78619EC9-9A99-9777-A0D0-9CB08BA7AE7D}"/>
          </ac:picMkLst>
        </pc:picChg>
        <pc:picChg chg="add del mod">
          <ac:chgData name="Chang, Elizabeth (NIH/NICHD) [C]" userId="c66ff436-0762-43e7-9e4d-03b1eca9c9f2" providerId="ADAL" clId="{35843B41-B0F4-3C4F-B06A-4600B5099CFE}" dt="2025-03-25T01:51:11.442" v="398" actId="478"/>
          <ac:picMkLst>
            <pc:docMk/>
            <pc:sldMk cId="192039746" sldId="520"/>
            <ac:picMk id="11268" creationId="{2BF03358-C085-CC09-C3B3-2A7800F6475A}"/>
          </ac:picMkLst>
        </pc:picChg>
        <pc:picChg chg="add mod">
          <ac:chgData name="Chang, Elizabeth (NIH/NICHD) [C]" userId="c66ff436-0762-43e7-9e4d-03b1eca9c9f2" providerId="ADAL" clId="{35843B41-B0F4-3C4F-B06A-4600B5099CFE}" dt="2025-03-25T12:54:39.026" v="420" actId="1076"/>
          <ac:picMkLst>
            <pc:docMk/>
            <pc:sldMk cId="192039746" sldId="520"/>
            <ac:picMk id="11270" creationId="{74CF98BF-F367-ED18-B308-69B6AF0BF1DA}"/>
          </ac:picMkLst>
        </pc:picChg>
      </pc:sldChg>
      <pc:sldChg chg="add">
        <pc:chgData name="Chang, Elizabeth (NIH/NICHD) [C]" userId="c66ff436-0762-43e7-9e4d-03b1eca9c9f2" providerId="ADAL" clId="{35843B41-B0F4-3C4F-B06A-4600B5099CFE}" dt="2025-03-25T12:29:20.280" v="405"/>
        <pc:sldMkLst>
          <pc:docMk/>
          <pc:sldMk cId="1072028128" sldId="521"/>
        </pc:sldMkLst>
      </pc:sldChg>
      <pc:sldChg chg="add del">
        <pc:chgData name="Chang, Elizabeth (NIH/NICHD) [C]" userId="c66ff436-0762-43e7-9e4d-03b1eca9c9f2" providerId="ADAL" clId="{35843B41-B0F4-3C4F-B06A-4600B5099CFE}" dt="2025-03-25T12:53:59.852" v="416" actId="2696"/>
        <pc:sldMkLst>
          <pc:docMk/>
          <pc:sldMk cId="3669192384" sldId="522"/>
        </pc:sldMkLst>
      </pc:sldChg>
      <pc:sldChg chg="addSp modSp new">
        <pc:chgData name="Chang, Elizabeth (NIH/NICHD) [C]" userId="c66ff436-0762-43e7-9e4d-03b1eca9c9f2" providerId="ADAL" clId="{35843B41-B0F4-3C4F-B06A-4600B5099CFE}" dt="2025-03-25T12:51:43.676" v="413" actId="1076"/>
        <pc:sldMkLst>
          <pc:docMk/>
          <pc:sldMk cId="1959189535" sldId="523"/>
        </pc:sldMkLst>
        <pc:picChg chg="add mod">
          <ac:chgData name="Chang, Elizabeth (NIH/NICHD) [C]" userId="c66ff436-0762-43e7-9e4d-03b1eca9c9f2" providerId="ADAL" clId="{35843B41-B0F4-3C4F-B06A-4600B5099CFE}" dt="2025-03-25T12:51:43.676" v="413" actId="1076"/>
          <ac:picMkLst>
            <pc:docMk/>
            <pc:sldMk cId="1959189535" sldId="523"/>
            <ac:picMk id="1026" creationId="{F894EC25-BCCB-AD15-BBA5-DB03186BA737}"/>
          </ac:picMkLst>
        </pc:picChg>
      </pc:sldChg>
      <pc:sldChg chg="add ord">
        <pc:chgData name="Chang, Elizabeth (NIH/NICHD) [C]" userId="c66ff436-0762-43e7-9e4d-03b1eca9c9f2" providerId="ADAL" clId="{35843B41-B0F4-3C4F-B06A-4600B5099CFE}" dt="2025-03-25T12:53:52.853" v="415" actId="20578"/>
        <pc:sldMkLst>
          <pc:docMk/>
          <pc:sldMk cId="1262534378" sldId="524"/>
        </pc:sldMkLst>
      </pc:sldChg>
      <pc:sldChg chg="addSp delSp modSp new mod">
        <pc:chgData name="Chang, Elizabeth (NIH/NICHD) [C]" userId="c66ff436-0762-43e7-9e4d-03b1eca9c9f2" providerId="ADAL" clId="{35843B41-B0F4-3C4F-B06A-4600B5099CFE}" dt="2025-03-25T12:58:18.040" v="430" actId="1076"/>
        <pc:sldMkLst>
          <pc:docMk/>
          <pc:sldMk cId="1111255960" sldId="525"/>
        </pc:sldMkLst>
        <pc:spChg chg="del">
          <ac:chgData name="Chang, Elizabeth (NIH/NICHD) [C]" userId="c66ff436-0762-43e7-9e4d-03b1eca9c9f2" providerId="ADAL" clId="{35843B41-B0F4-3C4F-B06A-4600B5099CFE}" dt="2025-03-25T12:57:54.800" v="424" actId="478"/>
          <ac:spMkLst>
            <pc:docMk/>
            <pc:sldMk cId="1111255960" sldId="525"/>
            <ac:spMk id="2" creationId="{2A39BDC8-644A-8B26-11A8-4C3677CF1688}"/>
          </ac:spMkLst>
        </pc:spChg>
        <pc:spChg chg="del mod">
          <ac:chgData name="Chang, Elizabeth (NIH/NICHD) [C]" userId="c66ff436-0762-43e7-9e4d-03b1eca9c9f2" providerId="ADAL" clId="{35843B41-B0F4-3C4F-B06A-4600B5099CFE}" dt="2025-03-25T12:57:51.670" v="423"/>
          <ac:spMkLst>
            <pc:docMk/>
            <pc:sldMk cId="1111255960" sldId="525"/>
            <ac:spMk id="3" creationId="{F40A075E-88C0-9A1F-8AE8-AECD5B24279A}"/>
          </ac:spMkLst>
        </pc:spChg>
        <pc:spChg chg="add mod">
          <ac:chgData name="Chang, Elizabeth (NIH/NICHD) [C]" userId="c66ff436-0762-43e7-9e4d-03b1eca9c9f2" providerId="ADAL" clId="{35843B41-B0F4-3C4F-B06A-4600B5099CFE}" dt="2025-03-25T12:58:18.040" v="430" actId="1076"/>
          <ac:spMkLst>
            <pc:docMk/>
            <pc:sldMk cId="1111255960" sldId="525"/>
            <ac:spMk id="5" creationId="{091361B4-A1AE-1333-761F-735178F7F919}"/>
          </ac:spMkLst>
        </pc:spChg>
        <pc:picChg chg="add mod">
          <ac:chgData name="Chang, Elizabeth (NIH/NICHD) [C]" userId="c66ff436-0762-43e7-9e4d-03b1eca9c9f2" providerId="ADAL" clId="{35843B41-B0F4-3C4F-B06A-4600B5099CFE}" dt="2025-03-25T12:58:00.657" v="428" actId="1076"/>
          <ac:picMkLst>
            <pc:docMk/>
            <pc:sldMk cId="1111255960" sldId="525"/>
            <ac:picMk id="2050" creationId="{1CD92DB0-9617-E0AE-7165-786F608C90B6}"/>
          </ac:picMkLst>
        </pc:picChg>
      </pc:sldChg>
      <pc:sldChg chg="add">
        <pc:chgData name="Chang, Elizabeth (NIH/NICHD) [C]" userId="c66ff436-0762-43e7-9e4d-03b1eca9c9f2" providerId="ADAL" clId="{35843B41-B0F4-3C4F-B06A-4600B5099CFE}" dt="2025-03-25T12:58:38.446" v="431"/>
        <pc:sldMkLst>
          <pc:docMk/>
          <pc:sldMk cId="3173477355" sldId="526"/>
        </pc:sldMkLst>
      </pc:sldChg>
      <pc:sldChg chg="add">
        <pc:chgData name="Chang, Elizabeth (NIH/NICHD) [C]" userId="c66ff436-0762-43e7-9e4d-03b1eca9c9f2" providerId="ADAL" clId="{35843B41-B0F4-3C4F-B06A-4600B5099CFE}" dt="2025-03-25T12:58:51.880" v="432"/>
        <pc:sldMkLst>
          <pc:docMk/>
          <pc:sldMk cId="2649917940" sldId="527"/>
        </pc:sldMkLst>
      </pc:sldChg>
      <pc:sldChg chg="add">
        <pc:chgData name="Chang, Elizabeth (NIH/NICHD) [C]" userId="c66ff436-0762-43e7-9e4d-03b1eca9c9f2" providerId="ADAL" clId="{35843B41-B0F4-3C4F-B06A-4600B5099CFE}" dt="2025-03-25T12:59:19.946" v="433"/>
        <pc:sldMkLst>
          <pc:docMk/>
          <pc:sldMk cId="1868547762" sldId="528"/>
        </pc:sldMkLst>
      </pc:sldChg>
      <pc:sldChg chg="addSp delSp modSp new mod">
        <pc:chgData name="Chang, Elizabeth (NIH/NICHD) [C]" userId="c66ff436-0762-43e7-9e4d-03b1eca9c9f2" providerId="ADAL" clId="{35843B41-B0F4-3C4F-B06A-4600B5099CFE}" dt="2025-03-25T13:09:33.340" v="495" actId="1076"/>
        <pc:sldMkLst>
          <pc:docMk/>
          <pc:sldMk cId="3001272434" sldId="529"/>
        </pc:sldMkLst>
        <pc:spChg chg="del mod">
          <ac:chgData name="Chang, Elizabeth (NIH/NICHD) [C]" userId="c66ff436-0762-43e7-9e4d-03b1eca9c9f2" providerId="ADAL" clId="{35843B41-B0F4-3C4F-B06A-4600B5099CFE}" dt="2025-03-25T13:05:34.988" v="471" actId="478"/>
          <ac:spMkLst>
            <pc:docMk/>
            <pc:sldMk cId="3001272434" sldId="529"/>
            <ac:spMk id="2" creationId="{8A9D7C92-4DCC-E7F1-E618-0F6B11A88F6F}"/>
          </ac:spMkLst>
        </pc:spChg>
        <pc:spChg chg="del mod">
          <ac:chgData name="Chang, Elizabeth (NIH/NICHD) [C]" userId="c66ff436-0762-43e7-9e4d-03b1eca9c9f2" providerId="ADAL" clId="{35843B41-B0F4-3C4F-B06A-4600B5099CFE}" dt="2025-03-25T13:05:29.655" v="467" actId="478"/>
          <ac:spMkLst>
            <pc:docMk/>
            <pc:sldMk cId="3001272434" sldId="529"/>
            <ac:spMk id="3" creationId="{833A7572-268E-BC91-ECA6-0EA59A839E9A}"/>
          </ac:spMkLst>
        </pc:spChg>
        <pc:spChg chg="add del mod">
          <ac:chgData name="Chang, Elizabeth (NIH/NICHD) [C]" userId="c66ff436-0762-43e7-9e4d-03b1eca9c9f2" providerId="ADAL" clId="{35843B41-B0F4-3C4F-B06A-4600B5099CFE}" dt="2025-03-25T13:05:37.060" v="472" actId="478"/>
          <ac:spMkLst>
            <pc:docMk/>
            <pc:sldMk cId="3001272434" sldId="529"/>
            <ac:spMk id="5" creationId="{40E98603-9F3E-E032-5CF0-CE0E240EDEF6}"/>
          </ac:spMkLst>
        </pc:spChg>
        <pc:picChg chg="add mod">
          <ac:chgData name="Chang, Elizabeth (NIH/NICHD) [C]" userId="c66ff436-0762-43e7-9e4d-03b1eca9c9f2" providerId="ADAL" clId="{35843B41-B0F4-3C4F-B06A-4600B5099CFE}" dt="2025-03-25T13:05:45.001" v="477" actId="14100"/>
          <ac:picMkLst>
            <pc:docMk/>
            <pc:sldMk cId="3001272434" sldId="529"/>
            <ac:picMk id="4098" creationId="{4155EC8A-EB44-76D9-DBD1-C68346415A89}"/>
          </ac:picMkLst>
        </pc:picChg>
        <pc:picChg chg="add mod">
          <ac:chgData name="Chang, Elizabeth (NIH/NICHD) [C]" userId="c66ff436-0762-43e7-9e4d-03b1eca9c9f2" providerId="ADAL" clId="{35843B41-B0F4-3C4F-B06A-4600B5099CFE}" dt="2025-03-25T13:09:33.340" v="495" actId="1076"/>
          <ac:picMkLst>
            <pc:docMk/>
            <pc:sldMk cId="3001272434" sldId="529"/>
            <ac:picMk id="4100" creationId="{4C02FB16-4F55-2A85-83D5-80FD86F2241E}"/>
          </ac:picMkLst>
        </pc:picChg>
      </pc:sldChg>
      <pc:sldChg chg="addSp delSp modSp new mod">
        <pc:chgData name="Chang, Elizabeth (NIH/NICHD) [C]" userId="c66ff436-0762-43e7-9e4d-03b1eca9c9f2" providerId="ADAL" clId="{35843B41-B0F4-3C4F-B06A-4600B5099CFE}" dt="2025-03-25T13:15:12.566" v="664" actId="1076"/>
        <pc:sldMkLst>
          <pc:docMk/>
          <pc:sldMk cId="3016480652" sldId="530"/>
        </pc:sldMkLst>
        <pc:spChg chg="del">
          <ac:chgData name="Chang, Elizabeth (NIH/NICHD) [C]" userId="c66ff436-0762-43e7-9e4d-03b1eca9c9f2" providerId="ADAL" clId="{35843B41-B0F4-3C4F-B06A-4600B5099CFE}" dt="2025-03-25T13:06:04.089" v="479" actId="478"/>
          <ac:spMkLst>
            <pc:docMk/>
            <pc:sldMk cId="3016480652" sldId="530"/>
            <ac:spMk id="2" creationId="{2E5E2292-E210-9F33-1A7A-6C3BC2BC1B77}"/>
          </ac:spMkLst>
        </pc:spChg>
        <pc:spChg chg="del">
          <ac:chgData name="Chang, Elizabeth (NIH/NICHD) [C]" userId="c66ff436-0762-43e7-9e4d-03b1eca9c9f2" providerId="ADAL" clId="{35843B41-B0F4-3C4F-B06A-4600B5099CFE}" dt="2025-03-25T13:06:05.727" v="480" actId="478"/>
          <ac:spMkLst>
            <pc:docMk/>
            <pc:sldMk cId="3016480652" sldId="530"/>
            <ac:spMk id="3" creationId="{DCED0FD2-FB9F-9AE5-4768-D562633B7333}"/>
          </ac:spMkLst>
        </pc:spChg>
        <pc:spChg chg="add mod">
          <ac:chgData name="Chang, Elizabeth (NIH/NICHD) [C]" userId="c66ff436-0762-43e7-9e4d-03b1eca9c9f2" providerId="ADAL" clId="{35843B41-B0F4-3C4F-B06A-4600B5099CFE}" dt="2025-03-25T13:15:12.020" v="663" actId="255"/>
          <ac:spMkLst>
            <pc:docMk/>
            <pc:sldMk cId="3016480652" sldId="530"/>
            <ac:spMk id="4" creationId="{EE698D47-EBC2-4453-9EAC-5153B1C4F1D5}"/>
          </ac:spMkLst>
        </pc:spChg>
        <pc:picChg chg="add mod">
          <ac:chgData name="Chang, Elizabeth (NIH/NICHD) [C]" userId="c66ff436-0762-43e7-9e4d-03b1eca9c9f2" providerId="ADAL" clId="{35843B41-B0F4-3C4F-B06A-4600B5099CFE}" dt="2025-03-25T13:15:12.566" v="664" actId="1076"/>
          <ac:picMkLst>
            <pc:docMk/>
            <pc:sldMk cId="3016480652" sldId="530"/>
            <ac:picMk id="5122" creationId="{075EF5AD-D805-BDE3-C078-B52C7BE5E797}"/>
          </ac:picMkLst>
        </pc:picChg>
        <pc:picChg chg="add mod">
          <ac:chgData name="Chang, Elizabeth (NIH/NICHD) [C]" userId="c66ff436-0762-43e7-9e4d-03b1eca9c9f2" providerId="ADAL" clId="{35843B41-B0F4-3C4F-B06A-4600B5099CFE}" dt="2025-03-25T13:09:49.500" v="499" actId="1076"/>
          <ac:picMkLst>
            <pc:docMk/>
            <pc:sldMk cId="3016480652" sldId="530"/>
            <ac:picMk id="5124" creationId="{98F011FF-36C8-694C-14CE-365575C753BD}"/>
          </ac:picMkLst>
        </pc:picChg>
      </pc:sldChg>
      <pc:sldChg chg="addSp delSp modSp new mod">
        <pc:chgData name="Chang, Elizabeth (NIH/NICHD) [C]" userId="c66ff436-0762-43e7-9e4d-03b1eca9c9f2" providerId="ADAL" clId="{35843B41-B0F4-3C4F-B06A-4600B5099CFE}" dt="2025-03-25T13:15:48.523" v="678" actId="1076"/>
        <pc:sldMkLst>
          <pc:docMk/>
          <pc:sldMk cId="2276905214" sldId="531"/>
        </pc:sldMkLst>
        <pc:spChg chg="del">
          <ac:chgData name="Chang, Elizabeth (NIH/NICHD) [C]" userId="c66ff436-0762-43e7-9e4d-03b1eca9c9f2" providerId="ADAL" clId="{35843B41-B0F4-3C4F-B06A-4600B5099CFE}" dt="2025-03-25T13:08:05.447" v="486" actId="478"/>
          <ac:spMkLst>
            <pc:docMk/>
            <pc:sldMk cId="2276905214" sldId="531"/>
            <ac:spMk id="2" creationId="{705DC52B-3F49-0047-6C41-A5696147895A}"/>
          </ac:spMkLst>
        </pc:spChg>
        <pc:spChg chg="del">
          <ac:chgData name="Chang, Elizabeth (NIH/NICHD) [C]" userId="c66ff436-0762-43e7-9e4d-03b1eca9c9f2" providerId="ADAL" clId="{35843B41-B0F4-3C4F-B06A-4600B5099CFE}" dt="2025-03-25T13:08:07.135" v="487" actId="478"/>
          <ac:spMkLst>
            <pc:docMk/>
            <pc:sldMk cId="2276905214" sldId="531"/>
            <ac:spMk id="3" creationId="{C9521421-399B-7143-3486-FB20F8BB2F1D}"/>
          </ac:spMkLst>
        </pc:spChg>
        <pc:spChg chg="add mod">
          <ac:chgData name="Chang, Elizabeth (NIH/NICHD) [C]" userId="c66ff436-0762-43e7-9e4d-03b1eca9c9f2" providerId="ADAL" clId="{35843B41-B0F4-3C4F-B06A-4600B5099CFE}" dt="2025-03-25T13:15:32.875" v="677" actId="255"/>
          <ac:spMkLst>
            <pc:docMk/>
            <pc:sldMk cId="2276905214" sldId="531"/>
            <ac:spMk id="4" creationId="{B4766AD5-9D18-EE48-665E-5D651E982375}"/>
          </ac:spMkLst>
        </pc:spChg>
        <pc:picChg chg="add mod">
          <ac:chgData name="Chang, Elizabeth (NIH/NICHD) [C]" userId="c66ff436-0762-43e7-9e4d-03b1eca9c9f2" providerId="ADAL" clId="{35843B41-B0F4-3C4F-B06A-4600B5099CFE}" dt="2025-03-25T13:08:09.643" v="489" actId="1076"/>
          <ac:picMkLst>
            <pc:docMk/>
            <pc:sldMk cId="2276905214" sldId="531"/>
            <ac:picMk id="6146" creationId="{68AF0037-6E95-ABD1-DABD-48EFAC9E1244}"/>
          </ac:picMkLst>
        </pc:picChg>
        <pc:picChg chg="add mod">
          <ac:chgData name="Chang, Elizabeth (NIH/NICHD) [C]" userId="c66ff436-0762-43e7-9e4d-03b1eca9c9f2" providerId="ADAL" clId="{35843B41-B0F4-3C4F-B06A-4600B5099CFE}" dt="2025-03-25T13:15:48.523" v="678" actId="1076"/>
          <ac:picMkLst>
            <pc:docMk/>
            <pc:sldMk cId="2276905214" sldId="531"/>
            <ac:picMk id="6148" creationId="{D9DB7CBB-D846-BABA-F827-7272DEFF2E4A}"/>
          </ac:picMkLst>
        </pc:picChg>
      </pc:sldChg>
      <pc:sldChg chg="addSp delSp modSp new mod">
        <pc:chgData name="Chang, Elizabeth (NIH/NICHD) [C]" userId="c66ff436-0762-43e7-9e4d-03b1eca9c9f2" providerId="ADAL" clId="{35843B41-B0F4-3C4F-B06A-4600B5099CFE}" dt="2025-03-25T13:12:38.042" v="542" actId="1076"/>
        <pc:sldMkLst>
          <pc:docMk/>
          <pc:sldMk cId="2889186053" sldId="532"/>
        </pc:sldMkLst>
        <pc:spChg chg="mod">
          <ac:chgData name="Chang, Elizabeth (NIH/NICHD) [C]" userId="c66ff436-0762-43e7-9e4d-03b1eca9c9f2" providerId="ADAL" clId="{35843B41-B0F4-3C4F-B06A-4600B5099CFE}" dt="2025-03-25T13:11:50.552" v="534" actId="20577"/>
          <ac:spMkLst>
            <pc:docMk/>
            <pc:sldMk cId="2889186053" sldId="532"/>
            <ac:spMk id="2" creationId="{06A55376-7F90-76C2-34D2-2A90313FC968}"/>
          </ac:spMkLst>
        </pc:spChg>
        <pc:spChg chg="del">
          <ac:chgData name="Chang, Elizabeth (NIH/NICHD) [C]" userId="c66ff436-0762-43e7-9e4d-03b1eca9c9f2" providerId="ADAL" clId="{35843B41-B0F4-3C4F-B06A-4600B5099CFE}" dt="2025-03-25T13:11:52.770" v="535" actId="478"/>
          <ac:spMkLst>
            <pc:docMk/>
            <pc:sldMk cId="2889186053" sldId="532"/>
            <ac:spMk id="3" creationId="{774EB43E-8ECA-0439-170C-FB1470F2EBBE}"/>
          </ac:spMkLst>
        </pc:spChg>
        <pc:picChg chg="add mod">
          <ac:chgData name="Chang, Elizabeth (NIH/NICHD) [C]" userId="c66ff436-0762-43e7-9e4d-03b1eca9c9f2" providerId="ADAL" clId="{35843B41-B0F4-3C4F-B06A-4600B5099CFE}" dt="2025-03-25T13:12:38.042" v="542" actId="1076"/>
          <ac:picMkLst>
            <pc:docMk/>
            <pc:sldMk cId="2889186053" sldId="532"/>
            <ac:picMk id="7170" creationId="{D88F00DF-D550-64A5-3ECE-6E4175059023}"/>
          </ac:picMkLst>
        </pc:picChg>
        <pc:picChg chg="add mod">
          <ac:chgData name="Chang, Elizabeth (NIH/NICHD) [C]" userId="c66ff436-0762-43e7-9e4d-03b1eca9c9f2" providerId="ADAL" clId="{35843B41-B0F4-3C4F-B06A-4600B5099CFE}" dt="2025-03-25T13:12:35.244" v="541" actId="1076"/>
          <ac:picMkLst>
            <pc:docMk/>
            <pc:sldMk cId="2889186053" sldId="532"/>
            <ac:picMk id="7172" creationId="{EB46A857-0D69-C992-3E21-2281FB7D6C02}"/>
          </ac:picMkLst>
        </pc:picChg>
      </pc:sldChg>
      <pc:sldChg chg="addSp delSp modSp new mod">
        <pc:chgData name="Chang, Elizabeth (NIH/NICHD) [C]" userId="c66ff436-0762-43e7-9e4d-03b1eca9c9f2" providerId="ADAL" clId="{35843B41-B0F4-3C4F-B06A-4600B5099CFE}" dt="2025-03-25T13:14:43.956" v="649" actId="1076"/>
        <pc:sldMkLst>
          <pc:docMk/>
          <pc:sldMk cId="2960575910" sldId="533"/>
        </pc:sldMkLst>
        <pc:spChg chg="mod">
          <ac:chgData name="Chang, Elizabeth (NIH/NICHD) [C]" userId="c66ff436-0762-43e7-9e4d-03b1eca9c9f2" providerId="ADAL" clId="{35843B41-B0F4-3C4F-B06A-4600B5099CFE}" dt="2025-03-25T13:13:38.355" v="636" actId="20577"/>
          <ac:spMkLst>
            <pc:docMk/>
            <pc:sldMk cId="2960575910" sldId="533"/>
            <ac:spMk id="2" creationId="{3B6489F8-1F84-EA85-80C2-09AF3623BF77}"/>
          </ac:spMkLst>
        </pc:spChg>
        <pc:spChg chg="del">
          <ac:chgData name="Chang, Elizabeth (NIH/NICHD) [C]" userId="c66ff436-0762-43e7-9e4d-03b1eca9c9f2" providerId="ADAL" clId="{35843B41-B0F4-3C4F-B06A-4600B5099CFE}" dt="2025-03-25T13:13:40.864" v="637" actId="478"/>
          <ac:spMkLst>
            <pc:docMk/>
            <pc:sldMk cId="2960575910" sldId="533"/>
            <ac:spMk id="3" creationId="{2C411923-9CD6-89C9-87D5-3C1186D8B6DD}"/>
          </ac:spMkLst>
        </pc:spChg>
        <pc:picChg chg="add mod">
          <ac:chgData name="Chang, Elizabeth (NIH/NICHD) [C]" userId="c66ff436-0762-43e7-9e4d-03b1eca9c9f2" providerId="ADAL" clId="{35843B41-B0F4-3C4F-B06A-4600B5099CFE}" dt="2025-03-25T13:14:41.828" v="648" actId="1076"/>
          <ac:picMkLst>
            <pc:docMk/>
            <pc:sldMk cId="2960575910" sldId="533"/>
            <ac:picMk id="8194" creationId="{76A3009A-61BB-9881-0E2A-918AF44AC50C}"/>
          </ac:picMkLst>
        </pc:picChg>
        <pc:picChg chg="add mod">
          <ac:chgData name="Chang, Elizabeth (NIH/NICHD) [C]" userId="c66ff436-0762-43e7-9e4d-03b1eca9c9f2" providerId="ADAL" clId="{35843B41-B0F4-3C4F-B06A-4600B5099CFE}" dt="2025-03-25T13:14:43.956" v="649" actId="1076"/>
          <ac:picMkLst>
            <pc:docMk/>
            <pc:sldMk cId="2960575910" sldId="533"/>
            <ac:picMk id="8196" creationId="{35AEF221-CA22-2AE6-D727-ED55688DE255}"/>
          </ac:picMkLst>
        </pc:picChg>
      </pc:sldChg>
      <pc:sldChg chg="new del">
        <pc:chgData name="Chang, Elizabeth (NIH/NICHD) [C]" userId="c66ff436-0762-43e7-9e4d-03b1eca9c9f2" providerId="ADAL" clId="{35843B41-B0F4-3C4F-B06A-4600B5099CFE}" dt="2025-03-25T13:15:21.504" v="666" actId="2696"/>
        <pc:sldMkLst>
          <pc:docMk/>
          <pc:sldMk cId="1516250848" sldId="53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1CF8F5-751A-9240-8C06-9C911C90855D}" type="datetimeFigureOut">
              <a:rPr lang="en-US" smtClean="0"/>
              <a:t>3/25/25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975E02-A05B-4342-A1C6-C61B5988DA94}" type="slidenum">
              <a:rPr lang="en-US" smtClean="0"/>
              <a:t>‹#›</a:t>
            </a:fld>
            <a:endParaRPr lang="en-US"/>
          </a:p>
        </p:txBody>
      </p:sp>
    </p:spTree>
    <p:extLst>
      <p:ext uri="{BB962C8B-B14F-4D97-AF65-F5344CB8AC3E}">
        <p14:creationId xmlns:p14="http://schemas.microsoft.com/office/powerpoint/2010/main" val="41590096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B1C074-1CC5-C337-D8DB-A1E289A12C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98EB0C-7F32-9D20-30F8-BF99D3C272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0089D6-5EE5-0984-4028-519E0ABE2E8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12DF8B-B6D5-BE60-C271-F41150D93F53}"/>
              </a:ext>
            </a:extLst>
          </p:cNvPr>
          <p:cNvSpPr>
            <a:spLocks noGrp="1"/>
          </p:cNvSpPr>
          <p:nvPr>
            <p:ph type="sldNum" sz="quarter" idx="5"/>
          </p:nvPr>
        </p:nvSpPr>
        <p:spPr/>
        <p:txBody>
          <a:bodyPr/>
          <a:lstStyle/>
          <a:p>
            <a:fld id="{8AF258D1-6176-7447-885F-9E5A01D5670B}" type="slidenum">
              <a:rPr lang="en-US" smtClean="0"/>
              <a:t>2</a:t>
            </a:fld>
            <a:endParaRPr lang="en-US"/>
          </a:p>
        </p:txBody>
      </p:sp>
    </p:spTree>
    <p:extLst>
      <p:ext uri="{BB962C8B-B14F-4D97-AF65-F5344CB8AC3E}">
        <p14:creationId xmlns:p14="http://schemas.microsoft.com/office/powerpoint/2010/main" val="22716712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AF258D1-6176-7447-885F-9E5A01D5670B}" type="slidenum">
              <a:rPr lang="en-US" smtClean="0"/>
              <a:t>3</a:t>
            </a:fld>
            <a:endParaRPr lang="en-US"/>
          </a:p>
        </p:txBody>
      </p:sp>
    </p:spTree>
    <p:extLst>
      <p:ext uri="{BB962C8B-B14F-4D97-AF65-F5344CB8AC3E}">
        <p14:creationId xmlns:p14="http://schemas.microsoft.com/office/powerpoint/2010/main" val="16242666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975E02-A05B-4342-A1C6-C61B5988DA94}" type="slidenum">
              <a:rPr lang="en-US" smtClean="0"/>
              <a:t>4</a:t>
            </a:fld>
            <a:endParaRPr lang="en-US"/>
          </a:p>
        </p:txBody>
      </p:sp>
    </p:spTree>
    <p:extLst>
      <p:ext uri="{BB962C8B-B14F-4D97-AF65-F5344CB8AC3E}">
        <p14:creationId xmlns:p14="http://schemas.microsoft.com/office/powerpoint/2010/main" val="407250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975E02-A05B-4342-A1C6-C61B5988DA94}" type="slidenum">
              <a:rPr lang="en-US" smtClean="0"/>
              <a:t>9</a:t>
            </a:fld>
            <a:endParaRPr lang="en-US"/>
          </a:p>
        </p:txBody>
      </p:sp>
    </p:spTree>
    <p:extLst>
      <p:ext uri="{BB962C8B-B14F-4D97-AF65-F5344CB8AC3E}">
        <p14:creationId xmlns:p14="http://schemas.microsoft.com/office/powerpoint/2010/main" val="15250057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6975E02-A05B-4342-A1C6-C61B5988DA94}" type="slidenum">
              <a:rPr lang="en-US" smtClean="0"/>
              <a:t>14</a:t>
            </a:fld>
            <a:endParaRPr lang="en-US"/>
          </a:p>
        </p:txBody>
      </p:sp>
    </p:spTree>
    <p:extLst>
      <p:ext uri="{BB962C8B-B14F-4D97-AF65-F5344CB8AC3E}">
        <p14:creationId xmlns:p14="http://schemas.microsoft.com/office/powerpoint/2010/main" val="2664244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C7FFCA-92DC-CAFC-7024-9D89520099F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4311D6B-1B1F-06A4-8256-E3102EA6AC4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1B2E26B-6825-FF99-BE9D-F07791E79417}"/>
              </a:ext>
            </a:extLst>
          </p:cNvPr>
          <p:cNvSpPr>
            <a:spLocks noGrp="1"/>
          </p:cNvSpPr>
          <p:nvPr>
            <p:ph type="dt" sz="half" idx="10"/>
          </p:nvPr>
        </p:nvSpPr>
        <p:spPr/>
        <p:txBody>
          <a:bodyPr/>
          <a:lstStyle/>
          <a:p>
            <a:fld id="{140F32C5-0946-2D41-ADE3-CD27FD13E29E}" type="datetimeFigureOut">
              <a:rPr lang="en-US" smtClean="0"/>
              <a:t>3/25/25</a:t>
            </a:fld>
            <a:endParaRPr lang="en-US"/>
          </a:p>
        </p:txBody>
      </p:sp>
      <p:sp>
        <p:nvSpPr>
          <p:cNvPr id="5" name="Footer Placeholder 4">
            <a:extLst>
              <a:ext uri="{FF2B5EF4-FFF2-40B4-BE49-F238E27FC236}">
                <a16:creationId xmlns:a16="http://schemas.microsoft.com/office/drawing/2014/main" id="{41A58B68-A2D2-CB85-2048-F569D0FA82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0F30FD-412B-5F3D-1C9F-3143DA39159E}"/>
              </a:ext>
            </a:extLst>
          </p:cNvPr>
          <p:cNvSpPr>
            <a:spLocks noGrp="1"/>
          </p:cNvSpPr>
          <p:nvPr>
            <p:ph type="sldNum" sz="quarter" idx="12"/>
          </p:nvPr>
        </p:nvSpPr>
        <p:spPr/>
        <p:txBody>
          <a:bodyPr/>
          <a:lstStyle/>
          <a:p>
            <a:fld id="{D144EA21-428D-8441-B9F0-3ABD7DF7EEFA}" type="slidenum">
              <a:rPr lang="en-US" smtClean="0"/>
              <a:t>‹#›</a:t>
            </a:fld>
            <a:endParaRPr lang="en-US"/>
          </a:p>
        </p:txBody>
      </p:sp>
    </p:spTree>
    <p:extLst>
      <p:ext uri="{BB962C8B-B14F-4D97-AF65-F5344CB8AC3E}">
        <p14:creationId xmlns:p14="http://schemas.microsoft.com/office/powerpoint/2010/main" val="32320355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460B8-3932-58B3-8BEF-AC5867B27A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81FFF37-AFAF-BC8A-D44F-39241C60CB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B1AC4CB-0B60-9AC0-8AF7-61655DB9FE5E}"/>
              </a:ext>
            </a:extLst>
          </p:cNvPr>
          <p:cNvSpPr>
            <a:spLocks noGrp="1"/>
          </p:cNvSpPr>
          <p:nvPr>
            <p:ph type="dt" sz="half" idx="10"/>
          </p:nvPr>
        </p:nvSpPr>
        <p:spPr/>
        <p:txBody>
          <a:bodyPr/>
          <a:lstStyle/>
          <a:p>
            <a:fld id="{140F32C5-0946-2D41-ADE3-CD27FD13E29E}" type="datetimeFigureOut">
              <a:rPr lang="en-US" smtClean="0"/>
              <a:t>3/25/25</a:t>
            </a:fld>
            <a:endParaRPr lang="en-US"/>
          </a:p>
        </p:txBody>
      </p:sp>
      <p:sp>
        <p:nvSpPr>
          <p:cNvPr id="5" name="Footer Placeholder 4">
            <a:extLst>
              <a:ext uri="{FF2B5EF4-FFF2-40B4-BE49-F238E27FC236}">
                <a16:creationId xmlns:a16="http://schemas.microsoft.com/office/drawing/2014/main" id="{B69DE1E8-7594-4DD9-1654-B5F54C7E7A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232F06-93D7-82CF-3435-208832A23179}"/>
              </a:ext>
            </a:extLst>
          </p:cNvPr>
          <p:cNvSpPr>
            <a:spLocks noGrp="1"/>
          </p:cNvSpPr>
          <p:nvPr>
            <p:ph type="sldNum" sz="quarter" idx="12"/>
          </p:nvPr>
        </p:nvSpPr>
        <p:spPr/>
        <p:txBody>
          <a:bodyPr/>
          <a:lstStyle/>
          <a:p>
            <a:fld id="{D144EA21-428D-8441-B9F0-3ABD7DF7EEFA}" type="slidenum">
              <a:rPr lang="en-US" smtClean="0"/>
              <a:t>‹#›</a:t>
            </a:fld>
            <a:endParaRPr lang="en-US"/>
          </a:p>
        </p:txBody>
      </p:sp>
    </p:spTree>
    <p:extLst>
      <p:ext uri="{BB962C8B-B14F-4D97-AF65-F5344CB8AC3E}">
        <p14:creationId xmlns:p14="http://schemas.microsoft.com/office/powerpoint/2010/main" val="39204092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2D0240-C70E-92EB-CA02-A096E5038F5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5E22F3-5323-3EC1-ABB9-528E9DEA6B2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2BA57EA-E6F4-5D1D-F39A-2B8210C3F171}"/>
              </a:ext>
            </a:extLst>
          </p:cNvPr>
          <p:cNvSpPr>
            <a:spLocks noGrp="1"/>
          </p:cNvSpPr>
          <p:nvPr>
            <p:ph type="dt" sz="half" idx="10"/>
          </p:nvPr>
        </p:nvSpPr>
        <p:spPr/>
        <p:txBody>
          <a:bodyPr/>
          <a:lstStyle/>
          <a:p>
            <a:fld id="{140F32C5-0946-2D41-ADE3-CD27FD13E29E}" type="datetimeFigureOut">
              <a:rPr lang="en-US" smtClean="0"/>
              <a:t>3/25/25</a:t>
            </a:fld>
            <a:endParaRPr lang="en-US"/>
          </a:p>
        </p:txBody>
      </p:sp>
      <p:sp>
        <p:nvSpPr>
          <p:cNvPr id="5" name="Footer Placeholder 4">
            <a:extLst>
              <a:ext uri="{FF2B5EF4-FFF2-40B4-BE49-F238E27FC236}">
                <a16:creationId xmlns:a16="http://schemas.microsoft.com/office/drawing/2014/main" id="{9F515F34-170C-B250-ABA8-98BA06B5A0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805506-16DD-5688-4B5B-467234416ADD}"/>
              </a:ext>
            </a:extLst>
          </p:cNvPr>
          <p:cNvSpPr>
            <a:spLocks noGrp="1"/>
          </p:cNvSpPr>
          <p:nvPr>
            <p:ph type="sldNum" sz="quarter" idx="12"/>
          </p:nvPr>
        </p:nvSpPr>
        <p:spPr/>
        <p:txBody>
          <a:bodyPr/>
          <a:lstStyle/>
          <a:p>
            <a:fld id="{D144EA21-428D-8441-B9F0-3ABD7DF7EEFA}" type="slidenum">
              <a:rPr lang="en-US" smtClean="0"/>
              <a:t>‹#›</a:t>
            </a:fld>
            <a:endParaRPr lang="en-US"/>
          </a:p>
        </p:txBody>
      </p:sp>
    </p:spTree>
    <p:extLst>
      <p:ext uri="{BB962C8B-B14F-4D97-AF65-F5344CB8AC3E}">
        <p14:creationId xmlns:p14="http://schemas.microsoft.com/office/powerpoint/2010/main" val="4089800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BBED1-97BE-55EB-1728-60C96CAC30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5ACD97-B6DE-0C3D-74EB-7DE33208E4E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B89F3AC-B729-1F1B-AE62-A2518FCB735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B0D917-8E12-B701-1D74-A53EF47C0F02}"/>
              </a:ext>
            </a:extLst>
          </p:cNvPr>
          <p:cNvSpPr>
            <a:spLocks noGrp="1"/>
          </p:cNvSpPr>
          <p:nvPr>
            <p:ph type="dt" sz="half" idx="10"/>
          </p:nvPr>
        </p:nvSpPr>
        <p:spPr/>
        <p:txBody>
          <a:bodyPr/>
          <a:lstStyle/>
          <a:p>
            <a:fld id="{140F32C5-0946-2D41-ADE3-CD27FD13E29E}" type="datetimeFigureOut">
              <a:rPr lang="en-US" smtClean="0"/>
              <a:t>3/25/25</a:t>
            </a:fld>
            <a:endParaRPr lang="en-US"/>
          </a:p>
        </p:txBody>
      </p:sp>
      <p:sp>
        <p:nvSpPr>
          <p:cNvPr id="6" name="Footer Placeholder 5">
            <a:extLst>
              <a:ext uri="{FF2B5EF4-FFF2-40B4-BE49-F238E27FC236}">
                <a16:creationId xmlns:a16="http://schemas.microsoft.com/office/drawing/2014/main" id="{4ECA20A9-3FF9-E082-12A3-DCA0BEC9E4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19058B-78AA-0D77-6FAE-E268BC350526}"/>
              </a:ext>
            </a:extLst>
          </p:cNvPr>
          <p:cNvSpPr>
            <a:spLocks noGrp="1"/>
          </p:cNvSpPr>
          <p:nvPr>
            <p:ph type="sldNum" sz="quarter" idx="12"/>
          </p:nvPr>
        </p:nvSpPr>
        <p:spPr/>
        <p:txBody>
          <a:bodyPr/>
          <a:lstStyle/>
          <a:p>
            <a:fld id="{D144EA21-428D-8441-B9F0-3ABD7DF7EEFA}" type="slidenum">
              <a:rPr lang="en-US" smtClean="0"/>
              <a:t>‹#›</a:t>
            </a:fld>
            <a:endParaRPr lang="en-US"/>
          </a:p>
        </p:txBody>
      </p:sp>
    </p:spTree>
    <p:extLst>
      <p:ext uri="{BB962C8B-B14F-4D97-AF65-F5344CB8AC3E}">
        <p14:creationId xmlns:p14="http://schemas.microsoft.com/office/powerpoint/2010/main" val="13596331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2C5F4-CB65-11C6-DD80-5D2781030EE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0CB2838-B8A3-E5F3-0CF5-6A0F15FAEA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8E6015-CE46-2674-A4AF-2A70D8559D3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022A40-08A7-96E4-F8B5-A76ACA182EB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81D1AED-D40D-9F65-D3EC-06E8888A724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E7B3BB0-7EF0-11B2-2A32-EFCE88614159}"/>
              </a:ext>
            </a:extLst>
          </p:cNvPr>
          <p:cNvSpPr>
            <a:spLocks noGrp="1"/>
          </p:cNvSpPr>
          <p:nvPr>
            <p:ph type="dt" sz="half" idx="10"/>
          </p:nvPr>
        </p:nvSpPr>
        <p:spPr/>
        <p:txBody>
          <a:bodyPr/>
          <a:lstStyle/>
          <a:p>
            <a:fld id="{140F32C5-0946-2D41-ADE3-CD27FD13E29E}" type="datetimeFigureOut">
              <a:rPr lang="en-US" smtClean="0"/>
              <a:t>3/25/25</a:t>
            </a:fld>
            <a:endParaRPr lang="en-US"/>
          </a:p>
        </p:txBody>
      </p:sp>
      <p:sp>
        <p:nvSpPr>
          <p:cNvPr id="8" name="Footer Placeholder 7">
            <a:extLst>
              <a:ext uri="{FF2B5EF4-FFF2-40B4-BE49-F238E27FC236}">
                <a16:creationId xmlns:a16="http://schemas.microsoft.com/office/drawing/2014/main" id="{37402D03-F1D3-09F6-245B-49CD400FBAE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5EF1195-9F05-A27E-7CE1-C9C5701620AC}"/>
              </a:ext>
            </a:extLst>
          </p:cNvPr>
          <p:cNvSpPr>
            <a:spLocks noGrp="1"/>
          </p:cNvSpPr>
          <p:nvPr>
            <p:ph type="sldNum" sz="quarter" idx="12"/>
          </p:nvPr>
        </p:nvSpPr>
        <p:spPr/>
        <p:txBody>
          <a:bodyPr/>
          <a:lstStyle/>
          <a:p>
            <a:fld id="{D144EA21-428D-8441-B9F0-3ABD7DF7EEFA}" type="slidenum">
              <a:rPr lang="en-US" smtClean="0"/>
              <a:t>‹#›</a:t>
            </a:fld>
            <a:endParaRPr lang="en-US"/>
          </a:p>
        </p:txBody>
      </p:sp>
    </p:spTree>
    <p:extLst>
      <p:ext uri="{BB962C8B-B14F-4D97-AF65-F5344CB8AC3E}">
        <p14:creationId xmlns:p14="http://schemas.microsoft.com/office/powerpoint/2010/main" val="106415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F70F99-8C11-A781-FA92-EB60CB730E2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0113FCE-905B-50E3-0317-9709CD58AD01}"/>
              </a:ext>
            </a:extLst>
          </p:cNvPr>
          <p:cNvSpPr>
            <a:spLocks noGrp="1"/>
          </p:cNvSpPr>
          <p:nvPr>
            <p:ph type="dt" sz="half" idx="10"/>
          </p:nvPr>
        </p:nvSpPr>
        <p:spPr/>
        <p:txBody>
          <a:bodyPr/>
          <a:lstStyle/>
          <a:p>
            <a:fld id="{140F32C5-0946-2D41-ADE3-CD27FD13E29E}" type="datetimeFigureOut">
              <a:rPr lang="en-US" smtClean="0"/>
              <a:t>3/25/25</a:t>
            </a:fld>
            <a:endParaRPr lang="en-US"/>
          </a:p>
        </p:txBody>
      </p:sp>
      <p:sp>
        <p:nvSpPr>
          <p:cNvPr id="4" name="Footer Placeholder 3">
            <a:extLst>
              <a:ext uri="{FF2B5EF4-FFF2-40B4-BE49-F238E27FC236}">
                <a16:creationId xmlns:a16="http://schemas.microsoft.com/office/drawing/2014/main" id="{96EDC23D-EF7C-420A-7A07-E60DEF462A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A06A4C-F0B7-F209-B099-E8CD97D5FEA5}"/>
              </a:ext>
            </a:extLst>
          </p:cNvPr>
          <p:cNvSpPr>
            <a:spLocks noGrp="1"/>
          </p:cNvSpPr>
          <p:nvPr>
            <p:ph type="sldNum" sz="quarter" idx="12"/>
          </p:nvPr>
        </p:nvSpPr>
        <p:spPr/>
        <p:txBody>
          <a:bodyPr/>
          <a:lstStyle/>
          <a:p>
            <a:fld id="{D144EA21-428D-8441-B9F0-3ABD7DF7EEFA}" type="slidenum">
              <a:rPr lang="en-US" smtClean="0"/>
              <a:t>‹#›</a:t>
            </a:fld>
            <a:endParaRPr lang="en-US"/>
          </a:p>
        </p:txBody>
      </p:sp>
    </p:spTree>
    <p:extLst>
      <p:ext uri="{BB962C8B-B14F-4D97-AF65-F5344CB8AC3E}">
        <p14:creationId xmlns:p14="http://schemas.microsoft.com/office/powerpoint/2010/main" val="34129123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00C4A8-40C5-0D5F-8220-CE4287389C1C}"/>
              </a:ext>
            </a:extLst>
          </p:cNvPr>
          <p:cNvSpPr>
            <a:spLocks noGrp="1"/>
          </p:cNvSpPr>
          <p:nvPr>
            <p:ph type="dt" sz="half" idx="10"/>
          </p:nvPr>
        </p:nvSpPr>
        <p:spPr/>
        <p:txBody>
          <a:bodyPr/>
          <a:lstStyle/>
          <a:p>
            <a:fld id="{140F32C5-0946-2D41-ADE3-CD27FD13E29E}" type="datetimeFigureOut">
              <a:rPr lang="en-US" smtClean="0"/>
              <a:t>3/25/25</a:t>
            </a:fld>
            <a:endParaRPr lang="en-US"/>
          </a:p>
        </p:txBody>
      </p:sp>
      <p:sp>
        <p:nvSpPr>
          <p:cNvPr id="3" name="Footer Placeholder 2">
            <a:extLst>
              <a:ext uri="{FF2B5EF4-FFF2-40B4-BE49-F238E27FC236}">
                <a16:creationId xmlns:a16="http://schemas.microsoft.com/office/drawing/2014/main" id="{95E8BC50-B7E5-61E2-3945-C05A6FE3D5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813E95-ACA2-C7C9-7AFB-CE5C24DFE7AD}"/>
              </a:ext>
            </a:extLst>
          </p:cNvPr>
          <p:cNvSpPr>
            <a:spLocks noGrp="1"/>
          </p:cNvSpPr>
          <p:nvPr>
            <p:ph type="sldNum" sz="quarter" idx="12"/>
          </p:nvPr>
        </p:nvSpPr>
        <p:spPr/>
        <p:txBody>
          <a:bodyPr/>
          <a:lstStyle/>
          <a:p>
            <a:fld id="{D144EA21-428D-8441-B9F0-3ABD7DF7EEFA}" type="slidenum">
              <a:rPr lang="en-US" smtClean="0"/>
              <a:t>‹#›</a:t>
            </a:fld>
            <a:endParaRPr lang="en-US"/>
          </a:p>
        </p:txBody>
      </p:sp>
    </p:spTree>
    <p:extLst>
      <p:ext uri="{BB962C8B-B14F-4D97-AF65-F5344CB8AC3E}">
        <p14:creationId xmlns:p14="http://schemas.microsoft.com/office/powerpoint/2010/main" val="39417890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05ECC-0970-1317-EC1D-E0BFDC24307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54050A4-8118-7E9C-1A83-2ADB2B03B4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E2BFF3C-EC05-B5B9-FB04-D21DE4A27B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24ECDC-A193-5380-71F8-AAAC7FFBB23A}"/>
              </a:ext>
            </a:extLst>
          </p:cNvPr>
          <p:cNvSpPr>
            <a:spLocks noGrp="1"/>
          </p:cNvSpPr>
          <p:nvPr>
            <p:ph type="dt" sz="half" idx="10"/>
          </p:nvPr>
        </p:nvSpPr>
        <p:spPr/>
        <p:txBody>
          <a:bodyPr/>
          <a:lstStyle/>
          <a:p>
            <a:fld id="{140F32C5-0946-2D41-ADE3-CD27FD13E29E}" type="datetimeFigureOut">
              <a:rPr lang="en-US" smtClean="0"/>
              <a:t>3/25/25</a:t>
            </a:fld>
            <a:endParaRPr lang="en-US"/>
          </a:p>
        </p:txBody>
      </p:sp>
      <p:sp>
        <p:nvSpPr>
          <p:cNvPr id="6" name="Footer Placeholder 5">
            <a:extLst>
              <a:ext uri="{FF2B5EF4-FFF2-40B4-BE49-F238E27FC236}">
                <a16:creationId xmlns:a16="http://schemas.microsoft.com/office/drawing/2014/main" id="{1D95DCA0-5430-FD6F-FB70-4522983CDFC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37121A-FDCE-5A61-E155-22E7DFA3301B}"/>
              </a:ext>
            </a:extLst>
          </p:cNvPr>
          <p:cNvSpPr>
            <a:spLocks noGrp="1"/>
          </p:cNvSpPr>
          <p:nvPr>
            <p:ph type="sldNum" sz="quarter" idx="12"/>
          </p:nvPr>
        </p:nvSpPr>
        <p:spPr/>
        <p:txBody>
          <a:bodyPr/>
          <a:lstStyle/>
          <a:p>
            <a:fld id="{D144EA21-428D-8441-B9F0-3ABD7DF7EEFA}" type="slidenum">
              <a:rPr lang="en-US" smtClean="0"/>
              <a:t>‹#›</a:t>
            </a:fld>
            <a:endParaRPr lang="en-US"/>
          </a:p>
        </p:txBody>
      </p:sp>
    </p:spTree>
    <p:extLst>
      <p:ext uri="{BB962C8B-B14F-4D97-AF65-F5344CB8AC3E}">
        <p14:creationId xmlns:p14="http://schemas.microsoft.com/office/powerpoint/2010/main" val="22023772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CA2291-AEDE-C171-CDE0-F5FA7C57E6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BAB4D0A-2011-0B83-59C6-41DEFCF8BC0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5C171F-B1F7-BBD8-6967-6285790175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10DB220-AF31-8F9C-BBFE-C8275AAD9F7F}"/>
              </a:ext>
            </a:extLst>
          </p:cNvPr>
          <p:cNvSpPr>
            <a:spLocks noGrp="1"/>
          </p:cNvSpPr>
          <p:nvPr>
            <p:ph type="dt" sz="half" idx="10"/>
          </p:nvPr>
        </p:nvSpPr>
        <p:spPr/>
        <p:txBody>
          <a:bodyPr/>
          <a:lstStyle/>
          <a:p>
            <a:fld id="{140F32C5-0946-2D41-ADE3-CD27FD13E29E}" type="datetimeFigureOut">
              <a:rPr lang="en-US" smtClean="0"/>
              <a:t>3/25/25</a:t>
            </a:fld>
            <a:endParaRPr lang="en-US"/>
          </a:p>
        </p:txBody>
      </p:sp>
      <p:sp>
        <p:nvSpPr>
          <p:cNvPr id="6" name="Footer Placeholder 5">
            <a:extLst>
              <a:ext uri="{FF2B5EF4-FFF2-40B4-BE49-F238E27FC236}">
                <a16:creationId xmlns:a16="http://schemas.microsoft.com/office/drawing/2014/main" id="{404DFBFB-6ACA-B771-BE31-42F8AD40F80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B55DB0-4040-772C-A529-050A59C707C0}"/>
              </a:ext>
            </a:extLst>
          </p:cNvPr>
          <p:cNvSpPr>
            <a:spLocks noGrp="1"/>
          </p:cNvSpPr>
          <p:nvPr>
            <p:ph type="sldNum" sz="quarter" idx="12"/>
          </p:nvPr>
        </p:nvSpPr>
        <p:spPr/>
        <p:txBody>
          <a:bodyPr/>
          <a:lstStyle/>
          <a:p>
            <a:fld id="{D144EA21-428D-8441-B9F0-3ABD7DF7EEFA}" type="slidenum">
              <a:rPr lang="en-US" smtClean="0"/>
              <a:t>‹#›</a:t>
            </a:fld>
            <a:endParaRPr lang="en-US"/>
          </a:p>
        </p:txBody>
      </p:sp>
    </p:spTree>
    <p:extLst>
      <p:ext uri="{BB962C8B-B14F-4D97-AF65-F5344CB8AC3E}">
        <p14:creationId xmlns:p14="http://schemas.microsoft.com/office/powerpoint/2010/main" val="29440704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6CB21-5E61-90AB-F853-4CBCAB112C8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D5BECA-7B5C-A02B-A42E-A7980665955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D0920A-C2CF-0427-567C-55583D412038}"/>
              </a:ext>
            </a:extLst>
          </p:cNvPr>
          <p:cNvSpPr>
            <a:spLocks noGrp="1"/>
          </p:cNvSpPr>
          <p:nvPr>
            <p:ph type="dt" sz="half" idx="10"/>
          </p:nvPr>
        </p:nvSpPr>
        <p:spPr/>
        <p:txBody>
          <a:bodyPr/>
          <a:lstStyle/>
          <a:p>
            <a:fld id="{140F32C5-0946-2D41-ADE3-CD27FD13E29E}" type="datetimeFigureOut">
              <a:rPr lang="en-US" smtClean="0"/>
              <a:t>3/25/25</a:t>
            </a:fld>
            <a:endParaRPr lang="en-US"/>
          </a:p>
        </p:txBody>
      </p:sp>
      <p:sp>
        <p:nvSpPr>
          <p:cNvPr id="5" name="Footer Placeholder 4">
            <a:extLst>
              <a:ext uri="{FF2B5EF4-FFF2-40B4-BE49-F238E27FC236}">
                <a16:creationId xmlns:a16="http://schemas.microsoft.com/office/drawing/2014/main" id="{8799345D-87CF-B86A-CEB6-3E1042A74F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6CCE935-C62C-624E-D198-46CDC2968A0A}"/>
              </a:ext>
            </a:extLst>
          </p:cNvPr>
          <p:cNvSpPr>
            <a:spLocks noGrp="1"/>
          </p:cNvSpPr>
          <p:nvPr>
            <p:ph type="sldNum" sz="quarter" idx="12"/>
          </p:nvPr>
        </p:nvSpPr>
        <p:spPr/>
        <p:txBody>
          <a:bodyPr/>
          <a:lstStyle/>
          <a:p>
            <a:fld id="{D144EA21-428D-8441-B9F0-3ABD7DF7EEFA}" type="slidenum">
              <a:rPr lang="en-US" smtClean="0"/>
              <a:t>‹#›</a:t>
            </a:fld>
            <a:endParaRPr lang="en-US"/>
          </a:p>
        </p:txBody>
      </p:sp>
    </p:spTree>
    <p:extLst>
      <p:ext uri="{BB962C8B-B14F-4D97-AF65-F5344CB8AC3E}">
        <p14:creationId xmlns:p14="http://schemas.microsoft.com/office/powerpoint/2010/main" val="439315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ABF2FF4-C970-FB56-C637-D863F9FDF91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B90B182-0ECB-948D-703E-60A6F0135A3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F8D2554-613C-5B45-1338-2CFEF3108293}"/>
              </a:ext>
            </a:extLst>
          </p:cNvPr>
          <p:cNvSpPr>
            <a:spLocks noGrp="1"/>
          </p:cNvSpPr>
          <p:nvPr>
            <p:ph type="dt" sz="half" idx="10"/>
          </p:nvPr>
        </p:nvSpPr>
        <p:spPr/>
        <p:txBody>
          <a:bodyPr/>
          <a:lstStyle/>
          <a:p>
            <a:fld id="{140F32C5-0946-2D41-ADE3-CD27FD13E29E}" type="datetimeFigureOut">
              <a:rPr lang="en-US" smtClean="0"/>
              <a:t>3/25/25</a:t>
            </a:fld>
            <a:endParaRPr lang="en-US"/>
          </a:p>
        </p:txBody>
      </p:sp>
      <p:sp>
        <p:nvSpPr>
          <p:cNvPr id="5" name="Footer Placeholder 4">
            <a:extLst>
              <a:ext uri="{FF2B5EF4-FFF2-40B4-BE49-F238E27FC236}">
                <a16:creationId xmlns:a16="http://schemas.microsoft.com/office/drawing/2014/main" id="{7F013186-3C31-DDCA-840E-1E0F4D557A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56588B-505A-91F4-43CE-F8903F458317}"/>
              </a:ext>
            </a:extLst>
          </p:cNvPr>
          <p:cNvSpPr>
            <a:spLocks noGrp="1"/>
          </p:cNvSpPr>
          <p:nvPr>
            <p:ph type="sldNum" sz="quarter" idx="12"/>
          </p:nvPr>
        </p:nvSpPr>
        <p:spPr/>
        <p:txBody>
          <a:bodyPr/>
          <a:lstStyle/>
          <a:p>
            <a:fld id="{D144EA21-428D-8441-B9F0-3ABD7DF7EEFA}" type="slidenum">
              <a:rPr lang="en-US" smtClean="0"/>
              <a:t>‹#›</a:t>
            </a:fld>
            <a:endParaRPr lang="en-US"/>
          </a:p>
        </p:txBody>
      </p:sp>
    </p:spTree>
    <p:extLst>
      <p:ext uri="{BB962C8B-B14F-4D97-AF65-F5344CB8AC3E}">
        <p14:creationId xmlns:p14="http://schemas.microsoft.com/office/powerpoint/2010/main" val="9719083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2C22D5C-5C4A-0AAB-C2E6-50818272C3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795749C-2FD9-533F-527E-C5F29E6A16D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A47A400-FAF0-9FF0-9A4D-B0E2ABD996E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40F32C5-0946-2D41-ADE3-CD27FD13E29E}" type="datetimeFigureOut">
              <a:rPr lang="en-US" smtClean="0"/>
              <a:t>3/25/25</a:t>
            </a:fld>
            <a:endParaRPr lang="en-US"/>
          </a:p>
        </p:txBody>
      </p:sp>
      <p:sp>
        <p:nvSpPr>
          <p:cNvPr id="5" name="Footer Placeholder 4">
            <a:extLst>
              <a:ext uri="{FF2B5EF4-FFF2-40B4-BE49-F238E27FC236}">
                <a16:creationId xmlns:a16="http://schemas.microsoft.com/office/drawing/2014/main" id="{62CD38CB-134D-0B34-6A56-A712761D72B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72EE15A-50E6-B22E-BD54-73ECAC5AFA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44EA21-428D-8441-B9F0-3ABD7DF7EEFA}" type="slidenum">
              <a:rPr lang="en-US" smtClean="0"/>
              <a:t>‹#›</a:t>
            </a:fld>
            <a:endParaRPr lang="en-US"/>
          </a:p>
        </p:txBody>
      </p:sp>
    </p:spTree>
    <p:extLst>
      <p:ext uri="{BB962C8B-B14F-4D97-AF65-F5344CB8AC3E}">
        <p14:creationId xmlns:p14="http://schemas.microsoft.com/office/powerpoint/2010/main" val="12167013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pnnl-comp-mass-spec.github.io/proteomics-data-analysis-tutorial/ora.html#ref-huang_bioinformatics_2009"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hyperlink" Target="https://systems.crump.ucla.edu/hypergeometric/index.php"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amigo.geneontology.org/amigo/gene_product/UniProtKB:P31314" TargetMode="External"/><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hyperlink" Target="https://geneontology.org/docs/guide-go-evidence-codes/"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amigo.geneontology.org/amigo/dd_browse"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journals.plos.org/ploscompbiol/article?id=10.1371/journal.pcbi.1002375"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journals.plos.org/ploscompbiol/article?id=10.1371/journal.pcbi.1002375" TargetMode="External"/><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9030AA1B-53C8-D434-1C0D-93CE731729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1196" y="324678"/>
            <a:ext cx="6041929" cy="62086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60246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8DA620-51B2-FE4B-E29E-593453FD29E3}"/>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3DF229CE-1A78-15A4-4939-499A21457629}"/>
              </a:ext>
            </a:extLst>
          </p:cNvPr>
          <p:cNvSpPr/>
          <p:nvPr/>
        </p:nvSpPr>
        <p:spPr>
          <a:xfrm>
            <a:off x="308396" y="181957"/>
            <a:ext cx="4795232" cy="3662541"/>
          </a:xfrm>
          <a:prstGeom prst="rect">
            <a:avLst/>
          </a:prstGeom>
        </p:spPr>
        <p:txBody>
          <a:bodyPr wrap="square">
            <a:spAutoFit/>
          </a:bodyPr>
          <a:lstStyle/>
          <a:p>
            <a:r>
              <a:rPr lang="en-US" sz="800" dirty="0">
                <a:latin typeface="Consolas" panose="020B0609020204030204" pitchFamily="49" charset="0"/>
                <a:cs typeface="Consolas" panose="020B0609020204030204" pitchFamily="49" charset="0"/>
              </a:rPr>
              <a:t>@SRR948304.5141 UNC14-SN744:253:D135LACXX:5:1101:4054:4287</a:t>
            </a:r>
          </a:p>
          <a:p>
            <a:r>
              <a:rPr lang="en-US" sz="800" dirty="0">
                <a:latin typeface="Consolas" panose="020B0609020204030204" pitchFamily="49" charset="0"/>
                <a:cs typeface="Consolas" panose="020B0609020204030204" pitchFamily="49" charset="0"/>
              </a:rPr>
              <a:t>AGGACTTTGGCTGTCCCCAACCGTACAGGTGGGTCTCTCCCTCATGGA</a:t>
            </a:r>
          </a:p>
          <a:p>
            <a:r>
              <a:rPr lang="en-US" sz="800" dirty="0">
                <a:latin typeface="Consolas" panose="020B0609020204030204" pitchFamily="49" charset="0"/>
                <a:cs typeface="Consolas" panose="020B0609020204030204" pitchFamily="49" charset="0"/>
              </a:rPr>
              <a:t>+</a:t>
            </a:r>
          </a:p>
          <a:p>
            <a:r>
              <a:rPr lang="en-US" sz="800" dirty="0">
                <a:latin typeface="Consolas" panose="020B0609020204030204" pitchFamily="49" charset="0"/>
                <a:cs typeface="Consolas" panose="020B0609020204030204" pitchFamily="49" charset="0"/>
              </a:rPr>
              <a:t>CCCFFFFFHHHHHGHIIJIJJJIEHGIJJCGGJAFHEIJDHGIFGGE&lt;</a:t>
            </a:r>
          </a:p>
          <a:p>
            <a:r>
              <a:rPr lang="en-US" sz="800" dirty="0">
                <a:latin typeface="Consolas" panose="020B0609020204030204" pitchFamily="49" charset="0"/>
                <a:cs typeface="Consolas" panose="020B0609020204030204" pitchFamily="49" charset="0"/>
              </a:rPr>
              <a:t>@SRR948304.5160 UNC14-SN744:253:D135LACXX:5:1101:4625:4251</a:t>
            </a:r>
          </a:p>
          <a:p>
            <a:r>
              <a:rPr lang="en-US" sz="800" dirty="0">
                <a:latin typeface="Consolas" panose="020B0609020204030204" pitchFamily="49" charset="0"/>
                <a:cs typeface="Consolas" panose="020B0609020204030204" pitchFamily="49" charset="0"/>
              </a:rPr>
              <a:t>CCACGAAGTCAAGATCGCCGACAAGGCCTTCCTGATGAAGCAGAAGTT</a:t>
            </a:r>
          </a:p>
          <a:p>
            <a:r>
              <a:rPr lang="en-US" sz="800" dirty="0">
                <a:latin typeface="Consolas" panose="020B0609020204030204" pitchFamily="49" charset="0"/>
                <a:cs typeface="Consolas" panose="020B0609020204030204" pitchFamily="49" charset="0"/>
              </a:rPr>
              <a:t>+</a:t>
            </a:r>
          </a:p>
          <a:p>
            <a:r>
              <a:rPr lang="en-US" sz="800" dirty="0">
                <a:latin typeface="Consolas" panose="020B0609020204030204" pitchFamily="49" charset="0"/>
                <a:cs typeface="Consolas" panose="020B0609020204030204" pitchFamily="49" charset="0"/>
              </a:rPr>
              <a:t>BCCFFFFFHGHHHJJJJJJJIJGJJJJJJJJJJFIJJGIJJIJJJIGI</a:t>
            </a:r>
          </a:p>
          <a:p>
            <a:r>
              <a:rPr lang="en-US" sz="800" dirty="0">
                <a:latin typeface="Consolas" panose="020B0609020204030204" pitchFamily="49" charset="0"/>
                <a:cs typeface="Consolas" panose="020B0609020204030204" pitchFamily="49" charset="0"/>
              </a:rPr>
              <a:t>@SRR948304.5196 UNC14-SN744:253:D135LACXX:5:1101:5864:4425</a:t>
            </a:r>
          </a:p>
          <a:p>
            <a:r>
              <a:rPr lang="en-US" sz="800" dirty="0">
                <a:latin typeface="Consolas" panose="020B0609020204030204" pitchFamily="49" charset="0"/>
                <a:cs typeface="Consolas" panose="020B0609020204030204" pitchFamily="49" charset="0"/>
              </a:rPr>
              <a:t>GGAACGCCTACTGGTACTATCTGAACATGGACTACTCCTTCTTCCTGG</a:t>
            </a:r>
          </a:p>
          <a:p>
            <a:r>
              <a:rPr lang="en-US" sz="800" dirty="0">
                <a:latin typeface="Consolas" panose="020B0609020204030204" pitchFamily="49" charset="0"/>
                <a:cs typeface="Consolas" panose="020B0609020204030204" pitchFamily="49" charset="0"/>
              </a:rPr>
              <a:t>+</a:t>
            </a:r>
          </a:p>
          <a:p>
            <a:r>
              <a:rPr lang="en-US" sz="800" dirty="0">
                <a:latin typeface="Consolas" panose="020B0609020204030204" pitchFamily="49" charset="0"/>
                <a:cs typeface="Consolas" panose="020B0609020204030204" pitchFamily="49" charset="0"/>
              </a:rPr>
              <a:t>CCCFFFFFFHHHHJGHIIJJJJJJJJIJJJIJIIJJJJJJJJJJJJJI</a:t>
            </a:r>
          </a:p>
          <a:p>
            <a:r>
              <a:rPr lang="en-US" sz="800" dirty="0">
                <a:latin typeface="Consolas" panose="020B0609020204030204" pitchFamily="49" charset="0"/>
                <a:cs typeface="Consolas" panose="020B0609020204030204" pitchFamily="49" charset="0"/>
              </a:rPr>
              <a:t>@SRR948304.5200 UNC14-SN744:253:D135LACXX:5:1101:6109:4282</a:t>
            </a:r>
          </a:p>
          <a:p>
            <a:r>
              <a:rPr lang="en-US" sz="800" dirty="0">
                <a:latin typeface="Consolas" panose="020B0609020204030204" pitchFamily="49" charset="0"/>
                <a:cs typeface="Consolas" panose="020B0609020204030204" pitchFamily="49" charset="0"/>
              </a:rPr>
              <a:t>CAGGAAGAAGGAGTAGTCCATGTTCAGATAGTACCAGTAGGCGTTCCA</a:t>
            </a:r>
          </a:p>
          <a:p>
            <a:r>
              <a:rPr lang="en-US" sz="800" dirty="0">
                <a:latin typeface="Consolas" panose="020B0609020204030204" pitchFamily="49" charset="0"/>
                <a:cs typeface="Consolas" panose="020B0609020204030204" pitchFamily="49" charset="0"/>
              </a:rPr>
              <a:t>+</a:t>
            </a:r>
          </a:p>
          <a:p>
            <a:r>
              <a:rPr lang="en-US" sz="800" dirty="0">
                <a:latin typeface="Consolas" panose="020B0609020204030204" pitchFamily="49" charset="0"/>
                <a:cs typeface="Consolas" panose="020B0609020204030204" pitchFamily="49" charset="0"/>
              </a:rPr>
              <a:t>@@CFFBDDHHHBHIHIFGHHIGFFHHIJJJJFIIJIJGDFHIIFGGIF</a:t>
            </a:r>
          </a:p>
          <a:p>
            <a:r>
              <a:rPr lang="en-US" sz="800" dirty="0">
                <a:latin typeface="Consolas" panose="020B0609020204030204" pitchFamily="49" charset="0"/>
                <a:cs typeface="Consolas" panose="020B0609020204030204" pitchFamily="49" charset="0"/>
              </a:rPr>
              <a:t>@SRR948304.5215 UNC14-SN744:253:D135LACXX:5:1101:6464:4443</a:t>
            </a:r>
          </a:p>
          <a:p>
            <a:r>
              <a:rPr lang="en-US" sz="800" dirty="0">
                <a:latin typeface="Consolas" panose="020B0609020204030204" pitchFamily="49" charset="0"/>
                <a:cs typeface="Consolas" panose="020B0609020204030204" pitchFamily="49" charset="0"/>
              </a:rPr>
              <a:t>CCTTCTTCAACGACTACTACACCAAGTACTTCAAGTTCTGAGCGTCGT</a:t>
            </a:r>
          </a:p>
          <a:p>
            <a:r>
              <a:rPr lang="en-US" sz="800" dirty="0">
                <a:latin typeface="Consolas" panose="020B0609020204030204" pitchFamily="49" charset="0"/>
                <a:cs typeface="Consolas" panose="020B0609020204030204" pitchFamily="49" charset="0"/>
              </a:rPr>
              <a:t>+</a:t>
            </a:r>
          </a:p>
          <a:p>
            <a:r>
              <a:rPr lang="en-US" sz="800" dirty="0">
                <a:latin typeface="Consolas" panose="020B0609020204030204" pitchFamily="49" charset="0"/>
                <a:cs typeface="Consolas" panose="020B0609020204030204" pitchFamily="49" charset="0"/>
              </a:rPr>
              <a:t>@@@FFFFFHGDHFIEHGIJIFEHIHH?EFGGIGGG:BFGG4DFE)?D6</a:t>
            </a:r>
          </a:p>
          <a:p>
            <a:r>
              <a:rPr lang="en-US" sz="800" dirty="0">
                <a:latin typeface="Consolas" panose="020B0609020204030204" pitchFamily="49" charset="0"/>
                <a:cs typeface="Consolas" panose="020B0609020204030204" pitchFamily="49" charset="0"/>
              </a:rPr>
              <a:t>@SRR948304.5247 UNC14-SN744:253:D135LACXX:5:1101:8102:4331</a:t>
            </a:r>
          </a:p>
          <a:p>
            <a:r>
              <a:rPr lang="en-US" sz="800" dirty="0">
                <a:latin typeface="Consolas" panose="020B0609020204030204" pitchFamily="49" charset="0"/>
                <a:cs typeface="Consolas" panose="020B0609020204030204" pitchFamily="49" charset="0"/>
              </a:rPr>
              <a:t>CTACAGCTTCCGCAAGAACTACTACGAGATGGAGACCTACGCCAACTA</a:t>
            </a:r>
          </a:p>
          <a:p>
            <a:r>
              <a:rPr lang="en-US" sz="800" dirty="0">
                <a:latin typeface="Consolas" panose="020B0609020204030204" pitchFamily="49" charset="0"/>
                <a:cs typeface="Consolas" panose="020B0609020204030204" pitchFamily="49" charset="0"/>
              </a:rPr>
              <a:t>+</a:t>
            </a:r>
          </a:p>
          <a:p>
            <a:r>
              <a:rPr lang="en-US" sz="800" dirty="0">
                <a:latin typeface="Consolas" panose="020B0609020204030204" pitchFamily="49" charset="0"/>
                <a:cs typeface="Consolas" panose="020B0609020204030204" pitchFamily="49" charset="0"/>
              </a:rPr>
              <a:t>BB@FFFFFHHHHFIJIJJJIJIJIJJIGGGIIGGGIIJIJGIIGIII#</a:t>
            </a:r>
          </a:p>
          <a:p>
            <a:r>
              <a:rPr lang="en-US" sz="800" dirty="0">
                <a:latin typeface="Consolas" panose="020B0609020204030204" pitchFamily="49" charset="0"/>
                <a:cs typeface="Consolas" panose="020B0609020204030204" pitchFamily="49" charset="0"/>
              </a:rPr>
              <a:t>@SRR948304.5250 UNC14-SN744:253:D135LACXX:5:1101:8320:4324</a:t>
            </a:r>
          </a:p>
          <a:p>
            <a:r>
              <a:rPr lang="en-US" sz="800" dirty="0">
                <a:latin typeface="Consolas" panose="020B0609020204030204" pitchFamily="49" charset="0"/>
                <a:cs typeface="Consolas" panose="020B0609020204030204" pitchFamily="49" charset="0"/>
              </a:rPr>
              <a:t>CCTGGTTGAACTCGTAGATATTCTCGCGCAGAATGAACTTGTCCTCGG</a:t>
            </a:r>
          </a:p>
          <a:p>
            <a:r>
              <a:rPr lang="en-US" sz="800" dirty="0">
                <a:latin typeface="Consolas" panose="020B0609020204030204" pitchFamily="49" charset="0"/>
                <a:cs typeface="Consolas" panose="020B0609020204030204" pitchFamily="49" charset="0"/>
              </a:rPr>
              <a:t>+</a:t>
            </a:r>
          </a:p>
          <a:p>
            <a:r>
              <a:rPr lang="en-US" sz="800" dirty="0">
                <a:latin typeface="Consolas" panose="020B0609020204030204" pitchFamily="49" charset="0"/>
                <a:cs typeface="Consolas" panose="020B0609020204030204" pitchFamily="49" charset="0"/>
              </a:rPr>
              <a:t>CCCFFFFFHHHHHJHGHIJIJJJJJJJJJJJIIIJJIJJJJJJIJJJE</a:t>
            </a:r>
          </a:p>
          <a:p>
            <a:endParaRPr lang="en-US" sz="800" dirty="0">
              <a:latin typeface="Consolas" panose="020B0609020204030204" pitchFamily="49" charset="0"/>
              <a:cs typeface="Consolas" panose="020B0609020204030204" pitchFamily="49" charset="0"/>
            </a:endParaRPr>
          </a:p>
        </p:txBody>
      </p:sp>
      <p:pic>
        <p:nvPicPr>
          <p:cNvPr id="2" name="Picture 1">
            <a:extLst>
              <a:ext uri="{FF2B5EF4-FFF2-40B4-BE49-F238E27FC236}">
                <a16:creationId xmlns:a16="http://schemas.microsoft.com/office/drawing/2014/main" id="{7111614F-B4D9-08C0-3895-4B32282D17C4}"/>
              </a:ext>
            </a:extLst>
          </p:cNvPr>
          <p:cNvPicPr>
            <a:picLocks noChangeAspect="1"/>
          </p:cNvPicPr>
          <p:nvPr/>
        </p:nvPicPr>
        <p:blipFill>
          <a:blip r:embed="rId3"/>
          <a:stretch>
            <a:fillRect/>
          </a:stretch>
        </p:blipFill>
        <p:spPr>
          <a:xfrm>
            <a:off x="1593057" y="593071"/>
            <a:ext cx="2570891" cy="4527967"/>
          </a:xfrm>
          <a:prstGeom prst="rect">
            <a:avLst/>
          </a:prstGeom>
        </p:spPr>
      </p:pic>
      <p:pic>
        <p:nvPicPr>
          <p:cNvPr id="5" name="Content Placeholder 4" descr="Table&#10;&#10;AI-generated content may be incorrect.">
            <a:extLst>
              <a:ext uri="{FF2B5EF4-FFF2-40B4-BE49-F238E27FC236}">
                <a16:creationId xmlns:a16="http://schemas.microsoft.com/office/drawing/2014/main" id="{B2FCB5DB-3392-9212-4694-4591F6DAFF6C}"/>
              </a:ext>
            </a:extLst>
          </p:cNvPr>
          <p:cNvPicPr>
            <a:picLocks noGrp="1" noChangeAspect="1"/>
          </p:cNvPicPr>
          <p:nvPr>
            <p:ph idx="1"/>
          </p:nvPr>
        </p:nvPicPr>
        <p:blipFill>
          <a:blip r:embed="rId4"/>
          <a:stretch>
            <a:fillRect/>
          </a:stretch>
        </p:blipFill>
        <p:spPr>
          <a:xfrm>
            <a:off x="3168297" y="2279717"/>
            <a:ext cx="5479935" cy="370912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3" name="TextBox 2">
            <a:extLst>
              <a:ext uri="{FF2B5EF4-FFF2-40B4-BE49-F238E27FC236}">
                <a16:creationId xmlns:a16="http://schemas.microsoft.com/office/drawing/2014/main" id="{E33ED8CB-96BE-AB4E-05E8-C53E933EB105}"/>
              </a:ext>
            </a:extLst>
          </p:cNvPr>
          <p:cNvSpPr txBox="1"/>
          <p:nvPr/>
        </p:nvSpPr>
        <p:spPr>
          <a:xfrm>
            <a:off x="4470443" y="735241"/>
            <a:ext cx="7358681" cy="461665"/>
          </a:xfrm>
          <a:prstGeom prst="rect">
            <a:avLst/>
          </a:prstGeom>
          <a:noFill/>
        </p:spPr>
        <p:txBody>
          <a:bodyPr wrap="none" rtlCol="0">
            <a:spAutoFit/>
          </a:bodyPr>
          <a:lstStyle/>
          <a:p>
            <a:r>
              <a:rPr lang="en-US" sz="2400" dirty="0"/>
              <a:t>A few weeks ago, we were here, with a matrix of counts</a:t>
            </a:r>
          </a:p>
        </p:txBody>
      </p:sp>
    </p:spTree>
    <p:extLst>
      <p:ext uri="{BB962C8B-B14F-4D97-AF65-F5344CB8AC3E}">
        <p14:creationId xmlns:p14="http://schemas.microsoft.com/office/powerpoint/2010/main" val="3736930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A3B16D-2EAD-6B24-92AF-B3591E13D2E2}"/>
            </a:ext>
          </a:extLst>
        </p:cNvPr>
        <p:cNvGrpSpPr/>
        <p:nvPr/>
      </p:nvGrpSpPr>
      <p:grpSpPr>
        <a:xfrm>
          <a:off x="0" y="0"/>
          <a:ext cx="0" cy="0"/>
          <a:chOff x="0" y="0"/>
          <a:chExt cx="0" cy="0"/>
        </a:xfrm>
      </p:grpSpPr>
      <p:sp>
        <p:nvSpPr>
          <p:cNvPr id="6" name="Rectangle 5">
            <a:extLst>
              <a:ext uri="{FF2B5EF4-FFF2-40B4-BE49-F238E27FC236}">
                <a16:creationId xmlns:a16="http://schemas.microsoft.com/office/drawing/2014/main" id="{765BB535-A583-2F58-F014-702C9B1329C0}"/>
              </a:ext>
            </a:extLst>
          </p:cNvPr>
          <p:cNvSpPr/>
          <p:nvPr/>
        </p:nvSpPr>
        <p:spPr>
          <a:xfrm>
            <a:off x="308396" y="181957"/>
            <a:ext cx="4795232" cy="3662541"/>
          </a:xfrm>
          <a:prstGeom prst="rect">
            <a:avLst/>
          </a:prstGeom>
        </p:spPr>
        <p:txBody>
          <a:bodyPr wrap="square">
            <a:spAutoFit/>
          </a:bodyPr>
          <a:lstStyle/>
          <a:p>
            <a:r>
              <a:rPr lang="en-US" sz="800" dirty="0">
                <a:latin typeface="Consolas" panose="020B0609020204030204" pitchFamily="49" charset="0"/>
                <a:cs typeface="Consolas" panose="020B0609020204030204" pitchFamily="49" charset="0"/>
              </a:rPr>
              <a:t>@SRR948304.5141 UNC14-SN744:253:D135LACXX:5:1101:4054:4287</a:t>
            </a:r>
          </a:p>
          <a:p>
            <a:r>
              <a:rPr lang="en-US" sz="800" dirty="0">
                <a:latin typeface="Consolas" panose="020B0609020204030204" pitchFamily="49" charset="0"/>
                <a:cs typeface="Consolas" panose="020B0609020204030204" pitchFamily="49" charset="0"/>
              </a:rPr>
              <a:t>AGGACTTTGGCTGTCCCCAACCGTACAGGTGGGTCTCTCCCTCATGGA</a:t>
            </a:r>
          </a:p>
          <a:p>
            <a:r>
              <a:rPr lang="en-US" sz="800" dirty="0">
                <a:latin typeface="Consolas" panose="020B0609020204030204" pitchFamily="49" charset="0"/>
                <a:cs typeface="Consolas" panose="020B0609020204030204" pitchFamily="49" charset="0"/>
              </a:rPr>
              <a:t>+</a:t>
            </a:r>
          </a:p>
          <a:p>
            <a:r>
              <a:rPr lang="en-US" sz="800" dirty="0">
                <a:latin typeface="Consolas" panose="020B0609020204030204" pitchFamily="49" charset="0"/>
                <a:cs typeface="Consolas" panose="020B0609020204030204" pitchFamily="49" charset="0"/>
              </a:rPr>
              <a:t>CCCFFFFFHHHHHGHIIJIJJJIEHGIJJCGGJAFHEIJDHGIFGGE&lt;</a:t>
            </a:r>
          </a:p>
          <a:p>
            <a:r>
              <a:rPr lang="en-US" sz="800" dirty="0">
                <a:latin typeface="Consolas" panose="020B0609020204030204" pitchFamily="49" charset="0"/>
                <a:cs typeface="Consolas" panose="020B0609020204030204" pitchFamily="49" charset="0"/>
              </a:rPr>
              <a:t>@SRR948304.5160 UNC14-SN744:253:D135LACXX:5:1101:4625:4251</a:t>
            </a:r>
          </a:p>
          <a:p>
            <a:r>
              <a:rPr lang="en-US" sz="800" dirty="0">
                <a:latin typeface="Consolas" panose="020B0609020204030204" pitchFamily="49" charset="0"/>
                <a:cs typeface="Consolas" panose="020B0609020204030204" pitchFamily="49" charset="0"/>
              </a:rPr>
              <a:t>CCACGAAGTCAAGATCGCCGACAAGGCCTTCCTGATGAAGCAGAAGTT</a:t>
            </a:r>
          </a:p>
          <a:p>
            <a:r>
              <a:rPr lang="en-US" sz="800" dirty="0">
                <a:latin typeface="Consolas" panose="020B0609020204030204" pitchFamily="49" charset="0"/>
                <a:cs typeface="Consolas" panose="020B0609020204030204" pitchFamily="49" charset="0"/>
              </a:rPr>
              <a:t>+</a:t>
            </a:r>
          </a:p>
          <a:p>
            <a:r>
              <a:rPr lang="en-US" sz="800" dirty="0">
                <a:latin typeface="Consolas" panose="020B0609020204030204" pitchFamily="49" charset="0"/>
                <a:cs typeface="Consolas" panose="020B0609020204030204" pitchFamily="49" charset="0"/>
              </a:rPr>
              <a:t>BCCFFFFFHGHHHJJJJJJJIJGJJJJJJJJJJFIJJGIJJIJJJIGI</a:t>
            </a:r>
          </a:p>
          <a:p>
            <a:r>
              <a:rPr lang="en-US" sz="800" dirty="0">
                <a:latin typeface="Consolas" panose="020B0609020204030204" pitchFamily="49" charset="0"/>
                <a:cs typeface="Consolas" panose="020B0609020204030204" pitchFamily="49" charset="0"/>
              </a:rPr>
              <a:t>@SRR948304.5196 UNC14-SN744:253:D135LACXX:5:1101:5864:4425</a:t>
            </a:r>
          </a:p>
          <a:p>
            <a:r>
              <a:rPr lang="en-US" sz="800" dirty="0">
                <a:latin typeface="Consolas" panose="020B0609020204030204" pitchFamily="49" charset="0"/>
                <a:cs typeface="Consolas" panose="020B0609020204030204" pitchFamily="49" charset="0"/>
              </a:rPr>
              <a:t>GGAACGCCTACTGGTACTATCTGAACATGGACTACTCCTTCTTCCTGG</a:t>
            </a:r>
          </a:p>
          <a:p>
            <a:r>
              <a:rPr lang="en-US" sz="800" dirty="0">
                <a:latin typeface="Consolas" panose="020B0609020204030204" pitchFamily="49" charset="0"/>
                <a:cs typeface="Consolas" panose="020B0609020204030204" pitchFamily="49" charset="0"/>
              </a:rPr>
              <a:t>+</a:t>
            </a:r>
          </a:p>
          <a:p>
            <a:r>
              <a:rPr lang="en-US" sz="800" dirty="0">
                <a:latin typeface="Consolas" panose="020B0609020204030204" pitchFamily="49" charset="0"/>
                <a:cs typeface="Consolas" panose="020B0609020204030204" pitchFamily="49" charset="0"/>
              </a:rPr>
              <a:t>CCCFFFFFFHHHHJGHIIJJJJJJJJIJJJIJIIJJJJJJJJJJJJJI</a:t>
            </a:r>
          </a:p>
          <a:p>
            <a:r>
              <a:rPr lang="en-US" sz="800" dirty="0">
                <a:latin typeface="Consolas" panose="020B0609020204030204" pitchFamily="49" charset="0"/>
                <a:cs typeface="Consolas" panose="020B0609020204030204" pitchFamily="49" charset="0"/>
              </a:rPr>
              <a:t>@SRR948304.5200 UNC14-SN744:253:D135LACXX:5:1101:6109:4282</a:t>
            </a:r>
          </a:p>
          <a:p>
            <a:r>
              <a:rPr lang="en-US" sz="800" dirty="0">
                <a:latin typeface="Consolas" panose="020B0609020204030204" pitchFamily="49" charset="0"/>
                <a:cs typeface="Consolas" panose="020B0609020204030204" pitchFamily="49" charset="0"/>
              </a:rPr>
              <a:t>CAGGAAGAAGGAGTAGTCCATGTTCAGATAGTACCAGTAGGCGTTCCA</a:t>
            </a:r>
          </a:p>
          <a:p>
            <a:r>
              <a:rPr lang="en-US" sz="800" dirty="0">
                <a:latin typeface="Consolas" panose="020B0609020204030204" pitchFamily="49" charset="0"/>
                <a:cs typeface="Consolas" panose="020B0609020204030204" pitchFamily="49" charset="0"/>
              </a:rPr>
              <a:t>+</a:t>
            </a:r>
          </a:p>
          <a:p>
            <a:r>
              <a:rPr lang="en-US" sz="800" dirty="0">
                <a:latin typeface="Consolas" panose="020B0609020204030204" pitchFamily="49" charset="0"/>
                <a:cs typeface="Consolas" panose="020B0609020204030204" pitchFamily="49" charset="0"/>
              </a:rPr>
              <a:t>@@CFFBDDHHHBHIHIFGHHIGFFHHIJJJJFIIJIJGDFHIIFGGIF</a:t>
            </a:r>
          </a:p>
          <a:p>
            <a:r>
              <a:rPr lang="en-US" sz="800" dirty="0">
                <a:latin typeface="Consolas" panose="020B0609020204030204" pitchFamily="49" charset="0"/>
                <a:cs typeface="Consolas" panose="020B0609020204030204" pitchFamily="49" charset="0"/>
              </a:rPr>
              <a:t>@SRR948304.5215 UNC14-SN744:253:D135LACXX:5:1101:6464:4443</a:t>
            </a:r>
          </a:p>
          <a:p>
            <a:r>
              <a:rPr lang="en-US" sz="800" dirty="0">
                <a:latin typeface="Consolas" panose="020B0609020204030204" pitchFamily="49" charset="0"/>
                <a:cs typeface="Consolas" panose="020B0609020204030204" pitchFamily="49" charset="0"/>
              </a:rPr>
              <a:t>CCTTCTTCAACGACTACTACACCAAGTACTTCAAGTTCTGAGCGTCGT</a:t>
            </a:r>
          </a:p>
          <a:p>
            <a:r>
              <a:rPr lang="en-US" sz="800" dirty="0">
                <a:latin typeface="Consolas" panose="020B0609020204030204" pitchFamily="49" charset="0"/>
                <a:cs typeface="Consolas" panose="020B0609020204030204" pitchFamily="49" charset="0"/>
              </a:rPr>
              <a:t>+</a:t>
            </a:r>
          </a:p>
          <a:p>
            <a:r>
              <a:rPr lang="en-US" sz="800" dirty="0">
                <a:latin typeface="Consolas" panose="020B0609020204030204" pitchFamily="49" charset="0"/>
                <a:cs typeface="Consolas" panose="020B0609020204030204" pitchFamily="49" charset="0"/>
              </a:rPr>
              <a:t>@@@FFFFFHGDHFIEHGIJIFEHIHH?EFGGIGGG:BFGG4DFE)?D6</a:t>
            </a:r>
          </a:p>
          <a:p>
            <a:r>
              <a:rPr lang="en-US" sz="800" dirty="0">
                <a:latin typeface="Consolas" panose="020B0609020204030204" pitchFamily="49" charset="0"/>
                <a:cs typeface="Consolas" panose="020B0609020204030204" pitchFamily="49" charset="0"/>
              </a:rPr>
              <a:t>@SRR948304.5247 UNC14-SN744:253:D135LACXX:5:1101:8102:4331</a:t>
            </a:r>
          </a:p>
          <a:p>
            <a:r>
              <a:rPr lang="en-US" sz="800" dirty="0">
                <a:latin typeface="Consolas" panose="020B0609020204030204" pitchFamily="49" charset="0"/>
                <a:cs typeface="Consolas" panose="020B0609020204030204" pitchFamily="49" charset="0"/>
              </a:rPr>
              <a:t>CTACAGCTTCCGCAAGAACTACTACGAGATGGAGACCTACGCCAACTA</a:t>
            </a:r>
          </a:p>
          <a:p>
            <a:r>
              <a:rPr lang="en-US" sz="800" dirty="0">
                <a:latin typeface="Consolas" panose="020B0609020204030204" pitchFamily="49" charset="0"/>
                <a:cs typeface="Consolas" panose="020B0609020204030204" pitchFamily="49" charset="0"/>
              </a:rPr>
              <a:t>+</a:t>
            </a:r>
          </a:p>
          <a:p>
            <a:r>
              <a:rPr lang="en-US" sz="800" dirty="0">
                <a:latin typeface="Consolas" panose="020B0609020204030204" pitchFamily="49" charset="0"/>
                <a:cs typeface="Consolas" panose="020B0609020204030204" pitchFamily="49" charset="0"/>
              </a:rPr>
              <a:t>BB@FFFFFHHHHFIJIJJJIJIJIJJIGGGIIGGGIIJIJGIIGIII#</a:t>
            </a:r>
          </a:p>
          <a:p>
            <a:r>
              <a:rPr lang="en-US" sz="800" dirty="0">
                <a:latin typeface="Consolas" panose="020B0609020204030204" pitchFamily="49" charset="0"/>
                <a:cs typeface="Consolas" panose="020B0609020204030204" pitchFamily="49" charset="0"/>
              </a:rPr>
              <a:t>@SRR948304.5250 UNC14-SN744:253:D135LACXX:5:1101:8320:4324</a:t>
            </a:r>
          </a:p>
          <a:p>
            <a:r>
              <a:rPr lang="en-US" sz="800" dirty="0">
                <a:latin typeface="Consolas" panose="020B0609020204030204" pitchFamily="49" charset="0"/>
                <a:cs typeface="Consolas" panose="020B0609020204030204" pitchFamily="49" charset="0"/>
              </a:rPr>
              <a:t>CCTGGTTGAACTCGTAGATATTCTCGCGCAGAATGAACTTGTCCTCGG</a:t>
            </a:r>
          </a:p>
          <a:p>
            <a:r>
              <a:rPr lang="en-US" sz="800" dirty="0">
                <a:latin typeface="Consolas" panose="020B0609020204030204" pitchFamily="49" charset="0"/>
                <a:cs typeface="Consolas" panose="020B0609020204030204" pitchFamily="49" charset="0"/>
              </a:rPr>
              <a:t>+</a:t>
            </a:r>
          </a:p>
          <a:p>
            <a:r>
              <a:rPr lang="en-US" sz="800" dirty="0">
                <a:latin typeface="Consolas" panose="020B0609020204030204" pitchFamily="49" charset="0"/>
                <a:cs typeface="Consolas" panose="020B0609020204030204" pitchFamily="49" charset="0"/>
              </a:rPr>
              <a:t>CCCFFFFFHHHHHJHGHIJIJJJJJJJJJJJIIIJJIJJJJJJIJJJE</a:t>
            </a:r>
          </a:p>
          <a:p>
            <a:endParaRPr lang="en-US" sz="800" dirty="0">
              <a:latin typeface="Consolas" panose="020B0609020204030204" pitchFamily="49" charset="0"/>
              <a:cs typeface="Consolas" panose="020B0609020204030204" pitchFamily="49" charset="0"/>
            </a:endParaRPr>
          </a:p>
        </p:txBody>
      </p:sp>
      <p:pic>
        <p:nvPicPr>
          <p:cNvPr id="2" name="Picture 1">
            <a:extLst>
              <a:ext uri="{FF2B5EF4-FFF2-40B4-BE49-F238E27FC236}">
                <a16:creationId xmlns:a16="http://schemas.microsoft.com/office/drawing/2014/main" id="{3E8CEE28-AAFD-4933-FDCE-F70CD900C8B1}"/>
              </a:ext>
            </a:extLst>
          </p:cNvPr>
          <p:cNvPicPr>
            <a:picLocks noChangeAspect="1"/>
          </p:cNvPicPr>
          <p:nvPr/>
        </p:nvPicPr>
        <p:blipFill>
          <a:blip r:embed="rId3"/>
          <a:stretch>
            <a:fillRect/>
          </a:stretch>
        </p:blipFill>
        <p:spPr>
          <a:xfrm>
            <a:off x="1510761" y="593071"/>
            <a:ext cx="2570891" cy="4527967"/>
          </a:xfrm>
          <a:prstGeom prst="rect">
            <a:avLst/>
          </a:prstGeom>
        </p:spPr>
      </p:pic>
      <p:pic>
        <p:nvPicPr>
          <p:cNvPr id="5" name="Content Placeholder 4" descr="Table&#10;&#10;AI-generated content may be incorrect.">
            <a:extLst>
              <a:ext uri="{FF2B5EF4-FFF2-40B4-BE49-F238E27FC236}">
                <a16:creationId xmlns:a16="http://schemas.microsoft.com/office/drawing/2014/main" id="{698D0A5B-31AC-9F14-BE4C-FE19C08FDDCB}"/>
              </a:ext>
            </a:extLst>
          </p:cNvPr>
          <p:cNvPicPr>
            <a:picLocks noGrp="1" noChangeAspect="1"/>
          </p:cNvPicPr>
          <p:nvPr>
            <p:ph idx="1"/>
          </p:nvPr>
        </p:nvPicPr>
        <p:blipFill>
          <a:blip r:embed="rId4"/>
          <a:stretch>
            <a:fillRect/>
          </a:stretch>
        </p:blipFill>
        <p:spPr>
          <a:xfrm>
            <a:off x="2630415" y="2393344"/>
            <a:ext cx="4946426" cy="334801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2050" name="Picture 2">
            <a:extLst>
              <a:ext uri="{FF2B5EF4-FFF2-40B4-BE49-F238E27FC236}">
                <a16:creationId xmlns:a16="http://schemas.microsoft.com/office/drawing/2014/main" id="{B66011B9-BA61-76E3-69DF-940EEFAC2A3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99239" y="1381682"/>
            <a:ext cx="4092761" cy="45265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0097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6D31C453-1603-BEFB-F2C4-1A12C9B1B9B6}"/>
              </a:ext>
            </a:extLst>
          </p:cNvPr>
          <p:cNvGraphicFramePr>
            <a:graphicFrameLocks noGrp="1"/>
          </p:cNvGraphicFramePr>
          <p:nvPr>
            <p:extLst>
              <p:ext uri="{D42A27DB-BD31-4B8C-83A1-F6EECF244321}">
                <p14:modId xmlns:p14="http://schemas.microsoft.com/office/powerpoint/2010/main" val="3085784139"/>
              </p:ext>
            </p:extLst>
          </p:nvPr>
        </p:nvGraphicFramePr>
        <p:xfrm>
          <a:off x="753035" y="2101326"/>
          <a:ext cx="10854466" cy="3489960"/>
        </p:xfrm>
        <a:graphic>
          <a:graphicData uri="http://schemas.openxmlformats.org/drawingml/2006/table">
            <a:tbl>
              <a:tblPr/>
              <a:tblGrid>
                <a:gridCol w="2285893">
                  <a:extLst>
                    <a:ext uri="{9D8B030D-6E8A-4147-A177-3AD203B41FA5}">
                      <a16:colId xmlns:a16="http://schemas.microsoft.com/office/drawing/2014/main" val="3124532569"/>
                    </a:ext>
                  </a:extLst>
                </a:gridCol>
                <a:gridCol w="930644">
                  <a:extLst>
                    <a:ext uri="{9D8B030D-6E8A-4147-A177-3AD203B41FA5}">
                      <a16:colId xmlns:a16="http://schemas.microsoft.com/office/drawing/2014/main" val="3045726017"/>
                    </a:ext>
                  </a:extLst>
                </a:gridCol>
                <a:gridCol w="1478024">
                  <a:extLst>
                    <a:ext uri="{9D8B030D-6E8A-4147-A177-3AD203B41FA5}">
                      <a16:colId xmlns:a16="http://schemas.microsoft.com/office/drawing/2014/main" val="2634292098"/>
                    </a:ext>
                  </a:extLst>
                </a:gridCol>
                <a:gridCol w="2055269">
                  <a:extLst>
                    <a:ext uri="{9D8B030D-6E8A-4147-A177-3AD203B41FA5}">
                      <a16:colId xmlns:a16="http://schemas.microsoft.com/office/drawing/2014/main" val="1112682966"/>
                    </a:ext>
                  </a:extLst>
                </a:gridCol>
                <a:gridCol w="1215078">
                  <a:extLst>
                    <a:ext uri="{9D8B030D-6E8A-4147-A177-3AD203B41FA5}">
                      <a16:colId xmlns:a16="http://schemas.microsoft.com/office/drawing/2014/main" val="2282753941"/>
                    </a:ext>
                  </a:extLst>
                </a:gridCol>
                <a:gridCol w="1444779">
                  <a:extLst>
                    <a:ext uri="{9D8B030D-6E8A-4147-A177-3AD203B41FA5}">
                      <a16:colId xmlns:a16="http://schemas.microsoft.com/office/drawing/2014/main" val="2199634161"/>
                    </a:ext>
                  </a:extLst>
                </a:gridCol>
                <a:gridCol w="1444779">
                  <a:extLst>
                    <a:ext uri="{9D8B030D-6E8A-4147-A177-3AD203B41FA5}">
                      <a16:colId xmlns:a16="http://schemas.microsoft.com/office/drawing/2014/main" val="3941886126"/>
                    </a:ext>
                  </a:extLst>
                </a:gridCol>
              </a:tblGrid>
              <a:tr h="0">
                <a:tc>
                  <a:txBody>
                    <a:bodyPr/>
                    <a:lstStyle/>
                    <a:p>
                      <a:pPr algn="l">
                        <a:buNone/>
                      </a:pPr>
                      <a:r>
                        <a:rPr lang="en-US" b="1" dirty="0" err="1">
                          <a:solidFill>
                            <a:srgbClr val="000000"/>
                          </a:solidFill>
                          <a:effectLst/>
                        </a:rPr>
                        <a:t>Ensgene</a:t>
                      </a:r>
                      <a:endParaRPr lang="en-US" b="1" dirty="0">
                        <a:solidFill>
                          <a:srgbClr val="000000"/>
                        </a:solidFill>
                        <a:effectLst/>
                      </a:endParaRPr>
                    </a:p>
                  </a:txBody>
                  <a:tcPr marL="47625" marR="47625"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a:noFill/>
                    </a:lnT>
                    <a:lnB w="12700" cap="flat" cmpd="sng" algn="ctr">
                      <a:solidFill>
                        <a:srgbClr val="D6DADC"/>
                      </a:solidFill>
                      <a:prstDash val="solid"/>
                      <a:round/>
                      <a:headEnd type="none" w="med" len="med"/>
                      <a:tailEnd type="none" w="med" len="med"/>
                    </a:lnB>
                    <a:noFill/>
                  </a:tcPr>
                </a:tc>
                <a:tc>
                  <a:txBody>
                    <a:bodyPr/>
                    <a:lstStyle/>
                    <a:p>
                      <a:pPr algn="l">
                        <a:buNone/>
                      </a:pPr>
                      <a:r>
                        <a:rPr lang="en-US" b="1" dirty="0">
                          <a:solidFill>
                            <a:srgbClr val="000000"/>
                          </a:solidFill>
                          <a:effectLst/>
                        </a:rPr>
                        <a:t>Symbol</a:t>
                      </a:r>
                    </a:p>
                  </a:txBody>
                  <a:tcPr marL="47625" marR="47625"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a:noFill/>
                    </a:lnT>
                    <a:lnB w="12700" cap="flat" cmpd="sng" algn="ctr">
                      <a:solidFill>
                        <a:srgbClr val="D6DADC"/>
                      </a:solidFill>
                      <a:prstDash val="solid"/>
                      <a:round/>
                      <a:headEnd type="none" w="med" len="med"/>
                      <a:tailEnd type="none" w="med" len="med"/>
                    </a:lnB>
                    <a:noFill/>
                  </a:tcPr>
                </a:tc>
                <a:tc>
                  <a:txBody>
                    <a:bodyPr/>
                    <a:lstStyle/>
                    <a:p>
                      <a:pPr algn="l">
                        <a:buNone/>
                      </a:pPr>
                      <a:r>
                        <a:rPr lang="en-US" b="1" dirty="0" err="1">
                          <a:solidFill>
                            <a:srgbClr val="000000"/>
                          </a:solidFill>
                          <a:effectLst/>
                        </a:rPr>
                        <a:t>baseMean</a:t>
                      </a:r>
                      <a:endParaRPr lang="en-US" b="1" dirty="0">
                        <a:solidFill>
                          <a:srgbClr val="000000"/>
                        </a:solidFill>
                        <a:effectLst/>
                      </a:endParaRPr>
                    </a:p>
                  </a:txBody>
                  <a:tcPr marL="47625" marR="47625"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a:noFill/>
                    </a:lnT>
                    <a:lnB w="12700" cap="flat" cmpd="sng" algn="ctr">
                      <a:solidFill>
                        <a:srgbClr val="D6DADC"/>
                      </a:solidFill>
                      <a:prstDash val="solid"/>
                      <a:round/>
                      <a:headEnd type="none" w="med" len="med"/>
                      <a:tailEnd type="none" w="med" len="med"/>
                    </a:lnB>
                    <a:noFill/>
                  </a:tcPr>
                </a:tc>
                <a:tc>
                  <a:txBody>
                    <a:bodyPr/>
                    <a:lstStyle/>
                    <a:p>
                      <a:pPr algn="l">
                        <a:buNone/>
                      </a:pPr>
                      <a:r>
                        <a:rPr lang="en-US" b="1" dirty="0">
                          <a:solidFill>
                            <a:srgbClr val="000000"/>
                          </a:solidFill>
                          <a:effectLst/>
                        </a:rPr>
                        <a:t>log2FoldChange</a:t>
                      </a:r>
                    </a:p>
                  </a:txBody>
                  <a:tcPr marL="47625" marR="47625"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a:noFill/>
                    </a:lnT>
                    <a:lnB w="12700" cap="flat" cmpd="sng" algn="ctr">
                      <a:solidFill>
                        <a:srgbClr val="D6DADC"/>
                      </a:solidFill>
                      <a:prstDash val="solid"/>
                      <a:round/>
                      <a:headEnd type="none" w="med" len="med"/>
                      <a:tailEnd type="none" w="med" len="med"/>
                    </a:lnB>
                    <a:noFill/>
                  </a:tcPr>
                </a:tc>
                <a:tc>
                  <a:txBody>
                    <a:bodyPr/>
                    <a:lstStyle/>
                    <a:p>
                      <a:pPr algn="l">
                        <a:buNone/>
                      </a:pPr>
                      <a:r>
                        <a:rPr lang="en-US" b="1" dirty="0" err="1">
                          <a:solidFill>
                            <a:srgbClr val="000000"/>
                          </a:solidFill>
                          <a:effectLst/>
                        </a:rPr>
                        <a:t>lfcSE</a:t>
                      </a:r>
                      <a:endParaRPr lang="en-US" b="1" dirty="0">
                        <a:solidFill>
                          <a:srgbClr val="000000"/>
                        </a:solidFill>
                        <a:effectLst/>
                      </a:endParaRPr>
                    </a:p>
                  </a:txBody>
                  <a:tcPr marL="47625" marR="47625"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a:noFill/>
                    </a:lnT>
                    <a:lnB w="12700" cap="flat" cmpd="sng" algn="ctr">
                      <a:solidFill>
                        <a:srgbClr val="D6DADC"/>
                      </a:solidFill>
                      <a:prstDash val="solid"/>
                      <a:round/>
                      <a:headEnd type="none" w="med" len="med"/>
                      <a:tailEnd type="none" w="med" len="med"/>
                    </a:lnB>
                    <a:noFill/>
                  </a:tcPr>
                </a:tc>
                <a:tc>
                  <a:txBody>
                    <a:bodyPr/>
                    <a:lstStyle/>
                    <a:p>
                      <a:pPr algn="l">
                        <a:buNone/>
                      </a:pPr>
                      <a:r>
                        <a:rPr lang="en-US" b="1" dirty="0" err="1">
                          <a:solidFill>
                            <a:srgbClr val="000000"/>
                          </a:solidFill>
                          <a:effectLst/>
                        </a:rPr>
                        <a:t>Pvalue</a:t>
                      </a:r>
                      <a:endParaRPr lang="en-US" b="1" dirty="0">
                        <a:solidFill>
                          <a:srgbClr val="000000"/>
                        </a:solidFill>
                        <a:effectLst/>
                      </a:endParaRPr>
                    </a:p>
                  </a:txBody>
                  <a:tcPr marL="47625" marR="47625"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a:noFill/>
                    </a:lnT>
                    <a:lnB w="12700" cap="flat" cmpd="sng" algn="ctr">
                      <a:solidFill>
                        <a:srgbClr val="D6DADC"/>
                      </a:solidFill>
                      <a:prstDash val="solid"/>
                      <a:round/>
                      <a:headEnd type="none" w="med" len="med"/>
                      <a:tailEnd type="none" w="med" len="med"/>
                    </a:lnB>
                    <a:noFill/>
                  </a:tcPr>
                </a:tc>
                <a:tc>
                  <a:txBody>
                    <a:bodyPr/>
                    <a:lstStyle/>
                    <a:p>
                      <a:pPr algn="l">
                        <a:buNone/>
                      </a:pPr>
                      <a:r>
                        <a:rPr lang="en-US" b="1" dirty="0" err="1">
                          <a:solidFill>
                            <a:srgbClr val="000000"/>
                          </a:solidFill>
                          <a:effectLst/>
                        </a:rPr>
                        <a:t>padj</a:t>
                      </a:r>
                      <a:endParaRPr lang="en-US" b="1" dirty="0">
                        <a:solidFill>
                          <a:srgbClr val="000000"/>
                        </a:solidFill>
                        <a:effectLst/>
                      </a:endParaRPr>
                    </a:p>
                  </a:txBody>
                  <a:tcPr marL="47625" marR="47625"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a:noFill/>
                    </a:lnT>
                    <a:lnB w="12700" cap="flat" cmpd="sng" algn="ctr">
                      <a:solidFill>
                        <a:srgbClr val="D6DADC"/>
                      </a:solidFill>
                      <a:prstDash val="solid"/>
                      <a:round/>
                      <a:headEnd type="none" w="med" len="med"/>
                      <a:tailEnd type="none" w="med" len="med"/>
                    </a:lnB>
                    <a:noFill/>
                  </a:tcPr>
                </a:tc>
                <a:extLst>
                  <a:ext uri="{0D108BD9-81ED-4DB2-BD59-A6C34878D82A}">
                    <a16:rowId xmlns:a16="http://schemas.microsoft.com/office/drawing/2014/main" val="2437770890"/>
                  </a:ext>
                </a:extLst>
              </a:tr>
              <a:tr h="219075">
                <a:tc>
                  <a:txBody>
                    <a:bodyPr/>
                    <a:lstStyle/>
                    <a:p>
                      <a:pPr>
                        <a:buNone/>
                      </a:pPr>
                      <a:r>
                        <a:rPr lang="en-US" dirty="0">
                          <a:effectLst/>
                        </a:rPr>
                        <a:t>ENSG00000000003</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12700"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buNone/>
                      </a:pPr>
                      <a:r>
                        <a:rPr lang="en-US">
                          <a:effectLst/>
                        </a:rPr>
                        <a:t>TSPAN6</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12700"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3556.8061460</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12700"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-0.441127573</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12700"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0.05023113</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12700"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2.718202e-19</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12700"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1.974760e-17</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12700"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extLst>
                  <a:ext uri="{0D108BD9-81ED-4DB2-BD59-A6C34878D82A}">
                    <a16:rowId xmlns:a16="http://schemas.microsoft.com/office/drawing/2014/main" val="1012760049"/>
                  </a:ext>
                </a:extLst>
              </a:tr>
              <a:tr h="219075">
                <a:tc>
                  <a:txBody>
                    <a:bodyPr/>
                    <a:lstStyle/>
                    <a:p>
                      <a:pPr>
                        <a:buNone/>
                      </a:pPr>
                      <a:r>
                        <a:rPr lang="en-US" dirty="0">
                          <a:effectLst/>
                        </a:rPr>
                        <a:t>ENSG00000000005</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buNone/>
                      </a:pPr>
                      <a:r>
                        <a:rPr lang="en-US">
                          <a:effectLst/>
                        </a:rPr>
                        <a:t>TNMD</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26.5780991</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-0.001824407</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0.19016980</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9.839496e-01</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9.916255e-01</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extLst>
                  <a:ext uri="{0D108BD9-81ED-4DB2-BD59-A6C34878D82A}">
                    <a16:rowId xmlns:a16="http://schemas.microsoft.com/office/drawing/2014/main" val="1491845042"/>
                  </a:ext>
                </a:extLst>
              </a:tr>
              <a:tr h="219075">
                <a:tc>
                  <a:txBody>
                    <a:bodyPr/>
                    <a:lstStyle/>
                    <a:p>
                      <a:pPr>
                        <a:buNone/>
                      </a:pPr>
                      <a:r>
                        <a:rPr lang="en-US">
                          <a:effectLst/>
                        </a:rPr>
                        <a:t>ENSG00000000419</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buNone/>
                      </a:pPr>
                      <a:r>
                        <a:rPr lang="en-US" dirty="0">
                          <a:effectLst/>
                        </a:rPr>
                        <a:t>DPM1</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dirty="0">
                          <a:effectLst/>
                        </a:rPr>
                        <a:t>1647.8203572</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0.357082308</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0.07284209</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dirty="0">
                          <a:effectLst/>
                        </a:rPr>
                        <a:t>2.710035e-07</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2.804880e-06</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extLst>
                  <a:ext uri="{0D108BD9-81ED-4DB2-BD59-A6C34878D82A}">
                    <a16:rowId xmlns:a16="http://schemas.microsoft.com/office/drawing/2014/main" val="2501986311"/>
                  </a:ext>
                </a:extLst>
              </a:tr>
              <a:tr h="219075">
                <a:tc>
                  <a:txBody>
                    <a:bodyPr/>
                    <a:lstStyle/>
                    <a:p>
                      <a:pPr>
                        <a:buNone/>
                      </a:pPr>
                      <a:r>
                        <a:rPr lang="en-US">
                          <a:effectLst/>
                        </a:rPr>
                        <a:t>ENSG00000000457</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buNone/>
                      </a:pPr>
                      <a:r>
                        <a:rPr lang="en-US">
                          <a:effectLst/>
                        </a:rPr>
                        <a:t>SCYL3</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dirty="0">
                          <a:effectLst/>
                        </a:rPr>
                        <a:t>525.1703268</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dirty="0">
                          <a:effectLst/>
                        </a:rPr>
                        <a:t>0.201839039</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dirty="0">
                          <a:effectLst/>
                        </a:rPr>
                        <a:t>0.08729909</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dirty="0">
                          <a:effectLst/>
                        </a:rPr>
                        <a:t>1.202293e-02</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3.882876e-02</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extLst>
                  <a:ext uri="{0D108BD9-81ED-4DB2-BD59-A6C34878D82A}">
                    <a16:rowId xmlns:a16="http://schemas.microsoft.com/office/drawing/2014/main" val="2324938386"/>
                  </a:ext>
                </a:extLst>
              </a:tr>
              <a:tr h="219075">
                <a:tc>
                  <a:txBody>
                    <a:bodyPr/>
                    <a:lstStyle/>
                    <a:p>
                      <a:pPr>
                        <a:buNone/>
                      </a:pPr>
                      <a:r>
                        <a:rPr lang="en-US" dirty="0">
                          <a:effectLst/>
                        </a:rPr>
                        <a:t>ENSG00000000460</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buNone/>
                      </a:pPr>
                      <a:r>
                        <a:rPr lang="en-US">
                          <a:effectLst/>
                        </a:rPr>
                        <a:t>FIRRM</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1157.7066145</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-0.365719321</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0.06763055</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a:effectLst/>
                        </a:rPr>
                        <a:t>1.773563e-08</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tc>
                  <a:txBody>
                    <a:bodyPr/>
                    <a:lstStyle/>
                    <a:p>
                      <a:pPr algn="r">
                        <a:buNone/>
                      </a:pPr>
                      <a:r>
                        <a:rPr lang="en-US" dirty="0">
                          <a:effectLst/>
                        </a:rPr>
                        <a:t>2.288515e-07</a:t>
                      </a:r>
                    </a:p>
                  </a:txBody>
                  <a:tcPr marL="47625" marR="47625" marT="38100" marB="38100" anchor="ctr">
                    <a:lnL w="9525" cap="flat" cmpd="sng" algn="ctr">
                      <a:solidFill>
                        <a:srgbClr val="D6DADC"/>
                      </a:solidFill>
                      <a:prstDash val="solid"/>
                      <a:round/>
                      <a:headEnd type="none" w="med" len="med"/>
                      <a:tailEnd type="none" w="med" len="med"/>
                    </a:lnL>
                    <a:lnR w="9525" cap="flat" cmpd="sng" algn="ctr">
                      <a:solidFill>
                        <a:srgbClr val="D6DADC"/>
                      </a:solidFill>
                      <a:prstDash val="solid"/>
                      <a:round/>
                      <a:headEnd type="none" w="med" len="med"/>
                      <a:tailEnd type="none" w="med" len="med"/>
                    </a:lnR>
                    <a:lnT w="9525" cap="flat" cmpd="sng" algn="ctr">
                      <a:solidFill>
                        <a:srgbClr val="D6DADC"/>
                      </a:solidFill>
                      <a:prstDash val="solid"/>
                      <a:round/>
                      <a:headEnd type="none" w="med" len="med"/>
                      <a:tailEnd type="none" w="med" len="med"/>
                    </a:lnT>
                    <a:lnB w="9525" cap="flat" cmpd="sng" algn="ctr">
                      <a:solidFill>
                        <a:srgbClr val="D6DADC"/>
                      </a:solidFill>
                      <a:prstDash val="solid"/>
                      <a:round/>
                      <a:headEnd type="none" w="med" len="med"/>
                      <a:tailEnd type="none" w="med" len="med"/>
                    </a:lnB>
                    <a:noFill/>
                  </a:tcPr>
                </a:tc>
                <a:extLst>
                  <a:ext uri="{0D108BD9-81ED-4DB2-BD59-A6C34878D82A}">
                    <a16:rowId xmlns:a16="http://schemas.microsoft.com/office/drawing/2014/main" val="1249236792"/>
                  </a:ext>
                </a:extLst>
              </a:tr>
            </a:tbl>
          </a:graphicData>
        </a:graphic>
      </p:graphicFrame>
      <p:sp>
        <p:nvSpPr>
          <p:cNvPr id="6" name="Title 5">
            <a:extLst>
              <a:ext uri="{FF2B5EF4-FFF2-40B4-BE49-F238E27FC236}">
                <a16:creationId xmlns:a16="http://schemas.microsoft.com/office/drawing/2014/main" id="{0F331E50-AD47-EF74-CF4C-012BD6812B1F}"/>
              </a:ext>
            </a:extLst>
          </p:cNvPr>
          <p:cNvSpPr>
            <a:spLocks noGrp="1"/>
          </p:cNvSpPr>
          <p:nvPr>
            <p:ph type="title"/>
          </p:nvPr>
        </p:nvSpPr>
        <p:spPr/>
        <p:txBody>
          <a:bodyPr/>
          <a:lstStyle/>
          <a:p>
            <a:r>
              <a:rPr lang="en-US" dirty="0"/>
              <a:t>Now we have a bunch of DE genes</a:t>
            </a:r>
          </a:p>
        </p:txBody>
      </p:sp>
    </p:spTree>
    <p:extLst>
      <p:ext uri="{BB962C8B-B14F-4D97-AF65-F5344CB8AC3E}">
        <p14:creationId xmlns:p14="http://schemas.microsoft.com/office/powerpoint/2010/main" val="20574899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6A272-92C6-4966-C58B-D86FB9AEC64B}"/>
              </a:ext>
            </a:extLst>
          </p:cNvPr>
          <p:cNvSpPr>
            <a:spLocks noGrp="1"/>
          </p:cNvSpPr>
          <p:nvPr>
            <p:ph type="title"/>
          </p:nvPr>
        </p:nvSpPr>
        <p:spPr/>
        <p:txBody>
          <a:bodyPr/>
          <a:lstStyle/>
          <a:p>
            <a:r>
              <a:rPr lang="en-US" dirty="0"/>
              <a:t>So, we have a list of thousands of differentially expressed genes…</a:t>
            </a:r>
          </a:p>
        </p:txBody>
      </p:sp>
      <p:sp>
        <p:nvSpPr>
          <p:cNvPr id="3" name="Content Placeholder 2">
            <a:extLst>
              <a:ext uri="{FF2B5EF4-FFF2-40B4-BE49-F238E27FC236}">
                <a16:creationId xmlns:a16="http://schemas.microsoft.com/office/drawing/2014/main" id="{9912346C-07CF-B4DF-6394-30278D31388D}"/>
              </a:ext>
            </a:extLst>
          </p:cNvPr>
          <p:cNvSpPr>
            <a:spLocks noGrp="1"/>
          </p:cNvSpPr>
          <p:nvPr>
            <p:ph idx="1"/>
          </p:nvPr>
        </p:nvSpPr>
        <p:spPr/>
        <p:txBody>
          <a:bodyPr/>
          <a:lstStyle/>
          <a:p>
            <a:r>
              <a:rPr lang="en-US" dirty="0"/>
              <a:t>Visualizing and filtering to prioritize </a:t>
            </a:r>
          </a:p>
          <a:p>
            <a:pPr lvl="1"/>
            <a:r>
              <a:rPr lang="en-US" dirty="0"/>
              <a:t>Which genes are the most significant? </a:t>
            </a:r>
          </a:p>
          <a:p>
            <a:pPr lvl="1"/>
            <a:r>
              <a:rPr lang="en-US" dirty="0"/>
              <a:t>What about the expression of my favorite gene? </a:t>
            </a:r>
          </a:p>
          <a:p>
            <a:endParaRPr lang="en-US" dirty="0"/>
          </a:p>
        </p:txBody>
      </p:sp>
    </p:spTree>
    <p:extLst>
      <p:ext uri="{BB962C8B-B14F-4D97-AF65-F5344CB8AC3E}">
        <p14:creationId xmlns:p14="http://schemas.microsoft.com/office/powerpoint/2010/main" val="6414565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ACC98-8C3C-D447-9722-64E5F5DA40F8}"/>
              </a:ext>
            </a:extLst>
          </p:cNvPr>
          <p:cNvSpPr>
            <a:spLocks noGrp="1"/>
          </p:cNvSpPr>
          <p:nvPr>
            <p:ph type="title"/>
          </p:nvPr>
        </p:nvSpPr>
        <p:spPr>
          <a:xfrm>
            <a:off x="109331" y="-164961"/>
            <a:ext cx="10515600" cy="1325563"/>
          </a:xfrm>
        </p:spPr>
        <p:txBody>
          <a:bodyPr/>
          <a:lstStyle/>
          <a:p>
            <a:r>
              <a:rPr lang="en-US" dirty="0"/>
              <a:t>MA plots, for example</a:t>
            </a:r>
          </a:p>
        </p:txBody>
      </p:sp>
      <p:pic>
        <p:nvPicPr>
          <p:cNvPr id="5" name="Picture 4" descr="Chart&#10;&#10;AI-generated content may be incorrect.">
            <a:extLst>
              <a:ext uri="{FF2B5EF4-FFF2-40B4-BE49-F238E27FC236}">
                <a16:creationId xmlns:a16="http://schemas.microsoft.com/office/drawing/2014/main" id="{2C98DBD2-6210-E8D3-AFF2-79BE1EFDD22E}"/>
              </a:ext>
            </a:extLst>
          </p:cNvPr>
          <p:cNvPicPr>
            <a:picLocks noChangeAspect="1"/>
          </p:cNvPicPr>
          <p:nvPr/>
        </p:nvPicPr>
        <p:blipFill>
          <a:blip r:embed="rId2"/>
          <a:stretch>
            <a:fillRect/>
          </a:stretch>
        </p:blipFill>
        <p:spPr>
          <a:xfrm>
            <a:off x="978010" y="1036443"/>
            <a:ext cx="10499739" cy="5103166"/>
          </a:xfrm>
          <a:prstGeom prst="rect">
            <a:avLst/>
          </a:prstGeom>
        </p:spPr>
      </p:pic>
      <p:sp>
        <p:nvSpPr>
          <p:cNvPr id="7" name="TextBox 6">
            <a:extLst>
              <a:ext uri="{FF2B5EF4-FFF2-40B4-BE49-F238E27FC236}">
                <a16:creationId xmlns:a16="http://schemas.microsoft.com/office/drawing/2014/main" id="{0D353409-087E-0BAB-108B-A3093256A0A4}"/>
              </a:ext>
            </a:extLst>
          </p:cNvPr>
          <p:cNvSpPr txBox="1"/>
          <p:nvPr/>
        </p:nvSpPr>
        <p:spPr>
          <a:xfrm>
            <a:off x="5864750" y="6139609"/>
            <a:ext cx="6168886" cy="646331"/>
          </a:xfrm>
          <a:prstGeom prst="rect">
            <a:avLst/>
          </a:prstGeom>
          <a:noFill/>
        </p:spPr>
        <p:txBody>
          <a:bodyPr wrap="square">
            <a:spAutoFit/>
          </a:bodyPr>
          <a:lstStyle/>
          <a:p>
            <a:r>
              <a:rPr lang="en-US" dirty="0"/>
              <a:t>https://</a:t>
            </a:r>
            <a:r>
              <a:rPr lang="en-US" dirty="0" err="1"/>
              <a:t>www.sciencedirect.com</a:t>
            </a:r>
            <a:r>
              <a:rPr lang="en-US" dirty="0"/>
              <a:t>/science/article/</a:t>
            </a:r>
            <a:r>
              <a:rPr lang="en-US" dirty="0" err="1"/>
              <a:t>pii</a:t>
            </a:r>
            <a:r>
              <a:rPr lang="en-US" dirty="0"/>
              <a:t>/S1534580725000644</a:t>
            </a:r>
          </a:p>
        </p:txBody>
      </p:sp>
    </p:spTree>
    <p:extLst>
      <p:ext uri="{BB962C8B-B14F-4D97-AF65-F5344CB8AC3E}">
        <p14:creationId xmlns:p14="http://schemas.microsoft.com/office/powerpoint/2010/main" val="37406854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E9E88-135A-B101-FFE1-0632DD45DDA7}"/>
              </a:ext>
            </a:extLst>
          </p:cNvPr>
          <p:cNvSpPr>
            <a:spLocks noGrp="1"/>
          </p:cNvSpPr>
          <p:nvPr>
            <p:ph type="title"/>
          </p:nvPr>
        </p:nvSpPr>
        <p:spPr/>
        <p:txBody>
          <a:bodyPr/>
          <a:lstStyle/>
          <a:p>
            <a:r>
              <a:rPr lang="en-US" dirty="0"/>
              <a:t>What about the rest of the genes?</a:t>
            </a:r>
          </a:p>
        </p:txBody>
      </p:sp>
      <p:sp>
        <p:nvSpPr>
          <p:cNvPr id="3" name="Content Placeholder 2">
            <a:extLst>
              <a:ext uri="{FF2B5EF4-FFF2-40B4-BE49-F238E27FC236}">
                <a16:creationId xmlns:a16="http://schemas.microsoft.com/office/drawing/2014/main" id="{498C200F-01F1-0FCF-E214-55559CF7197E}"/>
              </a:ext>
            </a:extLst>
          </p:cNvPr>
          <p:cNvSpPr>
            <a:spLocks noGrp="1"/>
          </p:cNvSpPr>
          <p:nvPr>
            <p:ph idx="1"/>
          </p:nvPr>
        </p:nvSpPr>
        <p:spPr/>
        <p:txBody>
          <a:bodyPr/>
          <a:lstStyle/>
          <a:p>
            <a:r>
              <a:rPr lang="en-US" dirty="0"/>
              <a:t>What types of genes are common in my list of overexpressed genes?</a:t>
            </a:r>
          </a:p>
          <a:p>
            <a:pPr lvl="1"/>
            <a:r>
              <a:rPr lang="en-US" dirty="0"/>
              <a:t>Annotation with functional information</a:t>
            </a:r>
          </a:p>
          <a:p>
            <a:pPr lvl="1"/>
            <a:r>
              <a:rPr lang="en-US" dirty="0"/>
              <a:t>Overrepresentation Analysis (ORA)</a:t>
            </a:r>
          </a:p>
          <a:p>
            <a:pPr lvl="1"/>
            <a:r>
              <a:rPr lang="en-US" dirty="0"/>
              <a:t>Gene Set Enrichment Analysis</a:t>
            </a:r>
          </a:p>
          <a:p>
            <a:pPr lvl="1"/>
            <a:endParaRPr lang="en-US" dirty="0"/>
          </a:p>
        </p:txBody>
      </p:sp>
    </p:spTree>
    <p:extLst>
      <p:ext uri="{BB962C8B-B14F-4D97-AF65-F5344CB8AC3E}">
        <p14:creationId xmlns:p14="http://schemas.microsoft.com/office/powerpoint/2010/main" val="39350068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76C398-978E-598F-256A-B191E32EB7BD}"/>
              </a:ext>
            </a:extLst>
          </p:cNvPr>
          <p:cNvSpPr>
            <a:spLocks noGrp="1"/>
          </p:cNvSpPr>
          <p:nvPr>
            <p:ph type="title"/>
          </p:nvPr>
        </p:nvSpPr>
        <p:spPr/>
        <p:txBody>
          <a:bodyPr/>
          <a:lstStyle/>
          <a:p>
            <a:endParaRPr lang="en-US" dirty="0"/>
          </a:p>
        </p:txBody>
      </p:sp>
      <p:pic>
        <p:nvPicPr>
          <p:cNvPr id="5" name="Content Placeholder 4" descr="Diagram&#10;&#10;AI-generated content may be incorrect.">
            <a:extLst>
              <a:ext uri="{FF2B5EF4-FFF2-40B4-BE49-F238E27FC236}">
                <a16:creationId xmlns:a16="http://schemas.microsoft.com/office/drawing/2014/main" id="{BE72A60A-3F24-FCE4-E564-E724529CC5E9}"/>
              </a:ext>
            </a:extLst>
          </p:cNvPr>
          <p:cNvPicPr>
            <a:picLocks noGrp="1" noChangeAspect="1"/>
          </p:cNvPicPr>
          <p:nvPr>
            <p:ph idx="1"/>
          </p:nvPr>
        </p:nvPicPr>
        <p:blipFill>
          <a:blip r:embed="rId2"/>
          <a:stretch>
            <a:fillRect/>
          </a:stretch>
        </p:blipFill>
        <p:spPr>
          <a:xfrm>
            <a:off x="352373" y="365125"/>
            <a:ext cx="11258585" cy="5649838"/>
          </a:xfrm>
        </p:spPr>
      </p:pic>
      <p:sp>
        <p:nvSpPr>
          <p:cNvPr id="7" name="TextBox 6">
            <a:extLst>
              <a:ext uri="{FF2B5EF4-FFF2-40B4-BE49-F238E27FC236}">
                <a16:creationId xmlns:a16="http://schemas.microsoft.com/office/drawing/2014/main" id="{C75E603B-B642-F2E5-3DE2-10F74FABBD3A}"/>
              </a:ext>
            </a:extLst>
          </p:cNvPr>
          <p:cNvSpPr txBox="1"/>
          <p:nvPr/>
        </p:nvSpPr>
        <p:spPr>
          <a:xfrm>
            <a:off x="5855746" y="6014963"/>
            <a:ext cx="6096000" cy="646331"/>
          </a:xfrm>
          <a:prstGeom prst="rect">
            <a:avLst/>
          </a:prstGeom>
          <a:noFill/>
        </p:spPr>
        <p:txBody>
          <a:bodyPr wrap="square">
            <a:spAutoFit/>
          </a:bodyPr>
          <a:lstStyle/>
          <a:p>
            <a:r>
              <a:rPr lang="en-US" dirty="0"/>
              <a:t>https://</a:t>
            </a:r>
            <a:r>
              <a:rPr lang="en-US" dirty="0" err="1"/>
              <a:t>journals.plos.org</a:t>
            </a:r>
            <a:r>
              <a:rPr lang="en-US" dirty="0"/>
              <a:t>/</a:t>
            </a:r>
            <a:r>
              <a:rPr lang="en-US" dirty="0" err="1"/>
              <a:t>ploscompbiol</a:t>
            </a:r>
            <a:r>
              <a:rPr lang="en-US" dirty="0"/>
              <a:t>/</a:t>
            </a:r>
            <a:r>
              <a:rPr lang="en-US" dirty="0" err="1"/>
              <a:t>article?id</a:t>
            </a:r>
            <a:r>
              <a:rPr lang="en-US" dirty="0"/>
              <a:t>=10.1371/journal.pcbi.1002375</a:t>
            </a:r>
          </a:p>
        </p:txBody>
      </p:sp>
    </p:spTree>
    <p:extLst>
      <p:ext uri="{BB962C8B-B14F-4D97-AF65-F5344CB8AC3E}">
        <p14:creationId xmlns:p14="http://schemas.microsoft.com/office/powerpoint/2010/main" val="673573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B3649-DAA9-BA81-D892-D48B28B6B07D}"/>
              </a:ext>
            </a:extLst>
          </p:cNvPr>
          <p:cNvSpPr>
            <a:spLocks noGrp="1"/>
          </p:cNvSpPr>
          <p:nvPr>
            <p:ph type="title"/>
          </p:nvPr>
        </p:nvSpPr>
        <p:spPr>
          <a:xfrm>
            <a:off x="109331" y="-96540"/>
            <a:ext cx="10515600" cy="1325563"/>
          </a:xfrm>
        </p:spPr>
        <p:txBody>
          <a:bodyPr/>
          <a:lstStyle/>
          <a:p>
            <a:r>
              <a:rPr lang="en-US" dirty="0"/>
              <a:t>Overrepresentation Analysis</a:t>
            </a:r>
          </a:p>
        </p:txBody>
      </p:sp>
      <p:sp>
        <p:nvSpPr>
          <p:cNvPr id="7" name="TextBox 6">
            <a:extLst>
              <a:ext uri="{FF2B5EF4-FFF2-40B4-BE49-F238E27FC236}">
                <a16:creationId xmlns:a16="http://schemas.microsoft.com/office/drawing/2014/main" id="{3FDB778C-503F-C716-9AA2-5BFEDCBCD78E}"/>
              </a:ext>
            </a:extLst>
          </p:cNvPr>
          <p:cNvSpPr txBox="1"/>
          <p:nvPr/>
        </p:nvSpPr>
        <p:spPr>
          <a:xfrm>
            <a:off x="366072" y="871214"/>
            <a:ext cx="3275358" cy="2585323"/>
          </a:xfrm>
          <a:prstGeom prst="rect">
            <a:avLst/>
          </a:prstGeom>
          <a:noFill/>
        </p:spPr>
        <p:txBody>
          <a:bodyPr wrap="square">
            <a:spAutoFit/>
          </a:bodyPr>
          <a:lstStyle/>
          <a:p>
            <a:r>
              <a:rPr lang="en-US" b="0" i="0" dirty="0">
                <a:solidFill>
                  <a:srgbClr val="3366FF"/>
                </a:solidFill>
                <a:effectLst/>
                <a:latin typeface="Helvetica Neue" panose="02000503000000020004" pitchFamily="2" charset="0"/>
              </a:rPr>
              <a:t>Over-representation analysis (ORA) is used to determine which </a:t>
            </a:r>
            <a:r>
              <a:rPr lang="en-US" b="0" i="1" dirty="0">
                <a:solidFill>
                  <a:srgbClr val="3366FF"/>
                </a:solidFill>
                <a:effectLst/>
                <a:latin typeface="Helvetica Neue" panose="02000503000000020004" pitchFamily="2" charset="0"/>
              </a:rPr>
              <a:t>a priori</a:t>
            </a:r>
            <a:r>
              <a:rPr lang="en-US" b="0" i="0" dirty="0">
                <a:solidFill>
                  <a:srgbClr val="3366FF"/>
                </a:solidFill>
                <a:effectLst/>
                <a:latin typeface="Helvetica Neue" panose="02000503000000020004" pitchFamily="2" charset="0"/>
              </a:rPr>
              <a:t> defined gene sets are more present (over-represented) in a subset of “interesting” (i.e. DE) genes than what would be expected by chance</a:t>
            </a:r>
            <a:r>
              <a:rPr lang="en-US" b="0" i="0" dirty="0">
                <a:solidFill>
                  <a:srgbClr val="333333"/>
                </a:solidFill>
                <a:effectLst/>
                <a:latin typeface="Helvetica Neue" panose="02000503000000020004" pitchFamily="2" charset="0"/>
              </a:rPr>
              <a:t> (</a:t>
            </a:r>
            <a:r>
              <a:rPr lang="en-US" b="0" i="0" u="none" strike="noStrike" dirty="0">
                <a:solidFill>
                  <a:srgbClr val="4183C4"/>
                </a:solidFill>
                <a:effectLst/>
                <a:latin typeface="Helvetica Neue" panose="02000503000000020004" pitchFamily="2" charset="0"/>
                <a:hlinkClick r:id="rId3"/>
              </a:rPr>
              <a:t>Huang et al., 2009</a:t>
            </a:r>
            <a:r>
              <a:rPr lang="en-US" b="0" i="0" dirty="0">
                <a:solidFill>
                  <a:srgbClr val="333333"/>
                </a:solidFill>
                <a:effectLst/>
                <a:latin typeface="Helvetica Neue" panose="02000503000000020004" pitchFamily="2" charset="0"/>
              </a:rPr>
              <a:t>).</a:t>
            </a:r>
            <a:endParaRPr lang="en-US" dirty="0"/>
          </a:p>
        </p:txBody>
      </p:sp>
      <p:pic>
        <p:nvPicPr>
          <p:cNvPr id="5122" name="Picture 2">
            <a:extLst>
              <a:ext uri="{FF2B5EF4-FFF2-40B4-BE49-F238E27FC236}">
                <a16:creationId xmlns:a16="http://schemas.microsoft.com/office/drawing/2014/main" id="{77637D47-9E23-D031-35A2-B95C6FE22F8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0143" y="782208"/>
            <a:ext cx="7306503" cy="472163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0DA681BE-89D1-89A1-E1F3-AEC1F11EFCF6}"/>
              </a:ext>
            </a:extLst>
          </p:cNvPr>
          <p:cNvSpPr txBox="1"/>
          <p:nvPr/>
        </p:nvSpPr>
        <p:spPr>
          <a:xfrm>
            <a:off x="1082936" y="6151753"/>
            <a:ext cx="10635347" cy="461665"/>
          </a:xfrm>
          <a:prstGeom prst="rect">
            <a:avLst/>
          </a:prstGeom>
          <a:noFill/>
        </p:spPr>
        <p:txBody>
          <a:bodyPr wrap="none" rtlCol="0">
            <a:spAutoFit/>
          </a:bodyPr>
          <a:lstStyle/>
          <a:p>
            <a:r>
              <a:rPr lang="en-US" sz="2400" dirty="0"/>
              <a:t>Are red squares overrepresented in the DEGs compared to the full set of genes?</a:t>
            </a:r>
          </a:p>
        </p:txBody>
      </p:sp>
      <p:sp>
        <p:nvSpPr>
          <p:cNvPr id="9" name="TextBox 8">
            <a:extLst>
              <a:ext uri="{FF2B5EF4-FFF2-40B4-BE49-F238E27FC236}">
                <a16:creationId xmlns:a16="http://schemas.microsoft.com/office/drawing/2014/main" id="{D42C1298-6539-E258-FCB6-B35BFA6AE294}"/>
              </a:ext>
            </a:extLst>
          </p:cNvPr>
          <p:cNvSpPr txBox="1"/>
          <p:nvPr/>
        </p:nvSpPr>
        <p:spPr>
          <a:xfrm>
            <a:off x="5454127" y="5470344"/>
            <a:ext cx="1627561" cy="369332"/>
          </a:xfrm>
          <a:prstGeom prst="rect">
            <a:avLst/>
          </a:prstGeom>
          <a:noFill/>
        </p:spPr>
        <p:txBody>
          <a:bodyPr wrap="none" rtlCol="0">
            <a:spAutoFit/>
          </a:bodyPr>
          <a:lstStyle/>
          <a:p>
            <a:r>
              <a:rPr lang="en-US" dirty="0"/>
              <a:t>The “universe”</a:t>
            </a:r>
          </a:p>
        </p:txBody>
      </p:sp>
    </p:spTree>
    <p:extLst>
      <p:ext uri="{BB962C8B-B14F-4D97-AF65-F5344CB8AC3E}">
        <p14:creationId xmlns:p14="http://schemas.microsoft.com/office/powerpoint/2010/main" val="609057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D413DAB4-D616-F683-EA31-88187A6AAB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678" y="704712"/>
            <a:ext cx="9700591" cy="46936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15174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a:extLst>
              <a:ext uri="{FF2B5EF4-FFF2-40B4-BE49-F238E27FC236}">
                <a16:creationId xmlns:a16="http://schemas.microsoft.com/office/drawing/2014/main" id="{191D3FDE-3EB5-3D09-0140-29F6E930E71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7902" b="61369"/>
          <a:stretch/>
        </p:blipFill>
        <p:spPr bwMode="auto">
          <a:xfrm>
            <a:off x="1163229" y="4535603"/>
            <a:ext cx="9700591" cy="50358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pic>
        <p:nvPicPr>
          <p:cNvPr id="7170" name="Picture 2">
            <a:extLst>
              <a:ext uri="{FF2B5EF4-FFF2-40B4-BE49-F238E27FC236}">
                <a16:creationId xmlns:a16="http://schemas.microsoft.com/office/drawing/2014/main" id="{F4002705-38E1-D69E-0336-CD20F9FF97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21237" y="1523387"/>
            <a:ext cx="5235612" cy="172775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E524F130-20C3-C635-6C10-34D4E373BB92}"/>
              </a:ext>
            </a:extLst>
          </p:cNvPr>
          <p:cNvSpPr txBox="1"/>
          <p:nvPr/>
        </p:nvSpPr>
        <p:spPr>
          <a:xfrm>
            <a:off x="618954" y="414654"/>
            <a:ext cx="3604592" cy="369332"/>
          </a:xfrm>
          <a:prstGeom prst="rect">
            <a:avLst/>
          </a:prstGeom>
          <a:noFill/>
        </p:spPr>
        <p:txBody>
          <a:bodyPr wrap="square" rtlCol="0">
            <a:spAutoFit/>
          </a:bodyPr>
          <a:lstStyle/>
          <a:p>
            <a:r>
              <a:rPr lang="en-US" b="1" dirty="0"/>
              <a:t>Hypergeometric Test</a:t>
            </a:r>
          </a:p>
        </p:txBody>
      </p:sp>
      <p:sp>
        <p:nvSpPr>
          <p:cNvPr id="7" name="TextBox 6">
            <a:extLst>
              <a:ext uri="{FF2B5EF4-FFF2-40B4-BE49-F238E27FC236}">
                <a16:creationId xmlns:a16="http://schemas.microsoft.com/office/drawing/2014/main" id="{67B71E8A-F463-AB1C-A691-BC6758E97FA6}"/>
              </a:ext>
            </a:extLst>
          </p:cNvPr>
          <p:cNvSpPr txBox="1"/>
          <p:nvPr/>
        </p:nvSpPr>
        <p:spPr>
          <a:xfrm>
            <a:off x="618954" y="1203528"/>
            <a:ext cx="3404406" cy="2862322"/>
          </a:xfrm>
          <a:prstGeom prst="rect">
            <a:avLst/>
          </a:prstGeom>
          <a:noFill/>
        </p:spPr>
        <p:txBody>
          <a:bodyPr wrap="square">
            <a:spAutoFit/>
          </a:bodyPr>
          <a:lstStyle/>
          <a:p>
            <a:r>
              <a:rPr lang="en-US" b="0" i="0" dirty="0">
                <a:solidFill>
                  <a:srgbClr val="1F2328"/>
                </a:solidFill>
                <a:effectLst/>
                <a:latin typeface="-apple-system"/>
              </a:rPr>
              <a:t>Describes the probability of 25 genes (k) being associated with "Functional category 1", for all genes in our gene list (n=1000), from a population of all of the genes in entire genome (N=13,000) which contains 35 genes (K) associated with "Functional category 1”  -&gt; </a:t>
            </a:r>
            <a:r>
              <a:rPr lang="en-US" b="1" i="0" dirty="0">
                <a:solidFill>
                  <a:srgbClr val="1F2328"/>
                </a:solidFill>
                <a:effectLst/>
                <a:latin typeface="-apple-system"/>
              </a:rPr>
              <a:t>get a P-value</a:t>
            </a:r>
            <a:endParaRPr lang="en-US" b="1" dirty="0"/>
          </a:p>
        </p:txBody>
      </p:sp>
      <p:sp>
        <p:nvSpPr>
          <p:cNvPr id="9" name="TextBox 8">
            <a:extLst>
              <a:ext uri="{FF2B5EF4-FFF2-40B4-BE49-F238E27FC236}">
                <a16:creationId xmlns:a16="http://schemas.microsoft.com/office/drawing/2014/main" id="{09D84141-CEF8-8A5C-6166-56796761BD91}"/>
              </a:ext>
            </a:extLst>
          </p:cNvPr>
          <p:cNvSpPr txBox="1"/>
          <p:nvPr/>
        </p:nvSpPr>
        <p:spPr>
          <a:xfrm>
            <a:off x="3157370" y="5324274"/>
            <a:ext cx="6099586" cy="369332"/>
          </a:xfrm>
          <a:prstGeom prst="rect">
            <a:avLst/>
          </a:prstGeom>
          <a:noFill/>
        </p:spPr>
        <p:txBody>
          <a:bodyPr wrap="square">
            <a:spAutoFit/>
          </a:bodyPr>
          <a:lstStyle/>
          <a:p>
            <a:r>
              <a:rPr lang="en-US" dirty="0">
                <a:hlinkClick r:id="rId4"/>
              </a:rPr>
              <a:t>https://</a:t>
            </a:r>
            <a:r>
              <a:rPr lang="en-US" dirty="0" err="1">
                <a:hlinkClick r:id="rId4"/>
              </a:rPr>
              <a:t>systems.crump.ucla.edu</a:t>
            </a:r>
            <a:r>
              <a:rPr lang="en-US" dirty="0">
                <a:hlinkClick r:id="rId4"/>
              </a:rPr>
              <a:t>/hypergeometric/</a:t>
            </a:r>
            <a:r>
              <a:rPr lang="en-US" dirty="0" err="1">
                <a:hlinkClick r:id="rId4"/>
              </a:rPr>
              <a:t>index.php</a:t>
            </a:r>
            <a:endParaRPr lang="en-US" dirty="0"/>
          </a:p>
        </p:txBody>
      </p:sp>
    </p:spTree>
    <p:extLst>
      <p:ext uri="{BB962C8B-B14F-4D97-AF65-F5344CB8AC3E}">
        <p14:creationId xmlns:p14="http://schemas.microsoft.com/office/powerpoint/2010/main" val="2382597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E0360-92B6-A139-6AAB-2A01598B974C}"/>
              </a:ext>
            </a:extLst>
          </p:cNvPr>
          <p:cNvSpPr>
            <a:spLocks noGrp="1"/>
          </p:cNvSpPr>
          <p:nvPr>
            <p:ph type="title"/>
          </p:nvPr>
        </p:nvSpPr>
        <p:spPr>
          <a:xfrm>
            <a:off x="450925" y="7908"/>
            <a:ext cx="10515600" cy="1325563"/>
          </a:xfrm>
        </p:spPr>
        <p:txBody>
          <a:bodyPr/>
          <a:lstStyle/>
          <a:p>
            <a:r>
              <a:rPr lang="en-US" dirty="0"/>
              <a:t>GO Terms</a:t>
            </a:r>
          </a:p>
        </p:txBody>
      </p:sp>
      <p:sp>
        <p:nvSpPr>
          <p:cNvPr id="5" name="TextBox 4">
            <a:extLst>
              <a:ext uri="{FF2B5EF4-FFF2-40B4-BE49-F238E27FC236}">
                <a16:creationId xmlns:a16="http://schemas.microsoft.com/office/drawing/2014/main" id="{6D6F54B8-125E-F041-0D77-6284D17B6490}"/>
              </a:ext>
            </a:extLst>
          </p:cNvPr>
          <p:cNvSpPr txBox="1"/>
          <p:nvPr/>
        </p:nvSpPr>
        <p:spPr>
          <a:xfrm>
            <a:off x="450925" y="1225563"/>
            <a:ext cx="4263614" cy="4524315"/>
          </a:xfrm>
          <a:prstGeom prst="rect">
            <a:avLst/>
          </a:prstGeom>
          <a:noFill/>
        </p:spPr>
        <p:txBody>
          <a:bodyPr wrap="square">
            <a:spAutoFit/>
          </a:bodyPr>
          <a:lstStyle/>
          <a:p>
            <a:pPr algn="l">
              <a:buFont typeface="Arial" panose="020B0604020202020204" pitchFamily="34" charset="0"/>
              <a:buChar char="•"/>
            </a:pPr>
            <a:r>
              <a:rPr lang="en-US" b="1" i="0" dirty="0">
                <a:solidFill>
                  <a:srgbClr val="606C71"/>
                </a:solidFill>
                <a:effectLst/>
                <a:latin typeface="Open Sans" panose="020B0606030504020204" pitchFamily="34" charset="0"/>
              </a:rPr>
              <a:t>Biological process:</a:t>
            </a:r>
            <a:r>
              <a:rPr lang="en-US" b="0" i="0" dirty="0">
                <a:solidFill>
                  <a:srgbClr val="606C71"/>
                </a:solidFill>
                <a:effectLst/>
                <a:latin typeface="Open Sans" panose="020B0606030504020204" pitchFamily="34" charset="0"/>
              </a:rPr>
              <a:t> refers to the biological role involving the gene or gene product, and could include “transcription”, “apoptosis”. </a:t>
            </a:r>
          </a:p>
          <a:p>
            <a:pPr algn="l">
              <a:buFont typeface="Arial" panose="020B0604020202020204" pitchFamily="34" charset="0"/>
              <a:buChar char="•"/>
            </a:pPr>
            <a:endParaRPr lang="en-US" b="0" i="0" dirty="0">
              <a:solidFill>
                <a:srgbClr val="606C71"/>
              </a:solidFill>
              <a:effectLst/>
              <a:latin typeface="Open Sans" panose="020B0606030504020204" pitchFamily="34" charset="0"/>
            </a:endParaRPr>
          </a:p>
          <a:p>
            <a:pPr algn="l">
              <a:buFont typeface="Arial" panose="020B0604020202020204" pitchFamily="34" charset="0"/>
              <a:buChar char="•"/>
            </a:pPr>
            <a:r>
              <a:rPr lang="en-US" b="1" i="0" dirty="0">
                <a:solidFill>
                  <a:srgbClr val="606C71"/>
                </a:solidFill>
                <a:effectLst/>
                <a:latin typeface="Open Sans" panose="020B0606030504020204" pitchFamily="34" charset="0"/>
              </a:rPr>
              <a:t>Molecular function:</a:t>
            </a:r>
            <a:r>
              <a:rPr lang="en-US" b="0" i="0" dirty="0">
                <a:solidFill>
                  <a:srgbClr val="606C71"/>
                </a:solidFill>
                <a:effectLst/>
                <a:latin typeface="Open Sans" panose="020B0606030504020204" pitchFamily="34" charset="0"/>
              </a:rPr>
              <a:t> represents the biochemical activity of the gene product, such activities could include “ligand”, “GTPase”, and “transporter”.</a:t>
            </a:r>
            <a:endParaRPr lang="en-US" dirty="0">
              <a:solidFill>
                <a:srgbClr val="606C71"/>
              </a:solidFill>
              <a:latin typeface="Open Sans" panose="020B0606030504020204" pitchFamily="34" charset="0"/>
            </a:endParaRPr>
          </a:p>
          <a:p>
            <a:pPr algn="l">
              <a:buFont typeface="Arial" panose="020B0604020202020204" pitchFamily="34" charset="0"/>
              <a:buChar char="•"/>
            </a:pPr>
            <a:endParaRPr lang="en-US" b="0" i="0" dirty="0">
              <a:solidFill>
                <a:srgbClr val="606C71"/>
              </a:solidFill>
              <a:effectLst/>
              <a:latin typeface="Open Sans" panose="020B0606030504020204" pitchFamily="34" charset="0"/>
            </a:endParaRPr>
          </a:p>
          <a:p>
            <a:pPr algn="l">
              <a:buFont typeface="Arial" panose="020B0604020202020204" pitchFamily="34" charset="0"/>
              <a:buChar char="•"/>
            </a:pPr>
            <a:r>
              <a:rPr lang="en-US" b="1" i="0" dirty="0">
                <a:solidFill>
                  <a:srgbClr val="606C71"/>
                </a:solidFill>
                <a:effectLst/>
                <a:latin typeface="Open Sans" panose="020B0606030504020204" pitchFamily="34" charset="0"/>
              </a:rPr>
              <a:t>Cellular component:</a:t>
            </a:r>
            <a:r>
              <a:rPr lang="en-US" b="0" i="0" dirty="0">
                <a:solidFill>
                  <a:srgbClr val="606C71"/>
                </a:solidFill>
                <a:effectLst/>
                <a:latin typeface="Open Sans" panose="020B0606030504020204" pitchFamily="34" charset="0"/>
              </a:rPr>
              <a:t> refers to the location in the cell of the gene product. Cellular components could include “nucleus”, “lysosome” etc. </a:t>
            </a:r>
          </a:p>
          <a:p>
            <a:pPr algn="l">
              <a:buFont typeface="Arial" panose="020B0604020202020204" pitchFamily="34" charset="0"/>
              <a:buChar char="•"/>
            </a:pPr>
            <a:endParaRPr lang="en-US" dirty="0">
              <a:solidFill>
                <a:srgbClr val="606C71"/>
              </a:solidFill>
              <a:latin typeface="Open Sans" panose="020B0606030504020204" pitchFamily="34" charset="0"/>
            </a:endParaRPr>
          </a:p>
          <a:p>
            <a:pPr algn="l">
              <a:buFont typeface="Arial" panose="020B0604020202020204" pitchFamily="34" charset="0"/>
              <a:buChar char="•"/>
            </a:pPr>
            <a:endParaRPr lang="en-US" b="0" i="0" dirty="0">
              <a:solidFill>
                <a:srgbClr val="606C71"/>
              </a:solidFill>
              <a:effectLst/>
              <a:latin typeface="Open Sans" panose="020B0606030504020204" pitchFamily="34" charset="0"/>
            </a:endParaRPr>
          </a:p>
        </p:txBody>
      </p:sp>
      <p:sp>
        <p:nvSpPr>
          <p:cNvPr id="9" name="TextBox 8">
            <a:extLst>
              <a:ext uri="{FF2B5EF4-FFF2-40B4-BE49-F238E27FC236}">
                <a16:creationId xmlns:a16="http://schemas.microsoft.com/office/drawing/2014/main" id="{54576839-40AE-DB29-2961-12B8ED29FDFB}"/>
              </a:ext>
            </a:extLst>
          </p:cNvPr>
          <p:cNvSpPr txBox="1"/>
          <p:nvPr/>
        </p:nvSpPr>
        <p:spPr>
          <a:xfrm>
            <a:off x="1978510" y="7297593"/>
            <a:ext cx="7620000" cy="369332"/>
          </a:xfrm>
          <a:prstGeom prst="rect">
            <a:avLst/>
          </a:prstGeom>
          <a:noFill/>
        </p:spPr>
        <p:txBody>
          <a:bodyPr wrap="square">
            <a:spAutoFit/>
          </a:bodyPr>
          <a:lstStyle/>
          <a:p>
            <a:r>
              <a:rPr lang="en-US" dirty="0"/>
              <a:t>https://</a:t>
            </a:r>
            <a:r>
              <a:rPr lang="en-US" dirty="0" err="1"/>
              <a:t>amigo.geneontology.org</a:t>
            </a:r>
            <a:r>
              <a:rPr lang="en-US" dirty="0"/>
              <a:t>/amigo/</a:t>
            </a:r>
            <a:r>
              <a:rPr lang="en-US" dirty="0" err="1"/>
              <a:t>dd_browse</a:t>
            </a:r>
            <a:endParaRPr lang="en-US" dirty="0"/>
          </a:p>
        </p:txBody>
      </p:sp>
      <p:pic>
        <p:nvPicPr>
          <p:cNvPr id="11" name="Picture 10" descr="Graphical user interface, text, application&#10;&#10;AI-generated content may be incorrect.">
            <a:extLst>
              <a:ext uri="{FF2B5EF4-FFF2-40B4-BE49-F238E27FC236}">
                <a16:creationId xmlns:a16="http://schemas.microsoft.com/office/drawing/2014/main" id="{B09F0FFF-BCBA-D64A-ED2F-B33AD94629E8}"/>
              </a:ext>
            </a:extLst>
          </p:cNvPr>
          <p:cNvPicPr>
            <a:picLocks noChangeAspect="1"/>
          </p:cNvPicPr>
          <p:nvPr/>
        </p:nvPicPr>
        <p:blipFill>
          <a:blip r:embed="rId2"/>
          <a:stretch>
            <a:fillRect/>
          </a:stretch>
        </p:blipFill>
        <p:spPr>
          <a:xfrm>
            <a:off x="4734082" y="1010326"/>
            <a:ext cx="6835048" cy="4631644"/>
          </a:xfrm>
          <a:prstGeom prst="rect">
            <a:avLst/>
          </a:prstGeom>
        </p:spPr>
      </p:pic>
      <p:sp>
        <p:nvSpPr>
          <p:cNvPr id="13" name="TextBox 12">
            <a:extLst>
              <a:ext uri="{FF2B5EF4-FFF2-40B4-BE49-F238E27FC236}">
                <a16:creationId xmlns:a16="http://schemas.microsoft.com/office/drawing/2014/main" id="{F1871B33-978E-3368-475F-2969F6143850}"/>
              </a:ext>
            </a:extLst>
          </p:cNvPr>
          <p:cNvSpPr txBox="1"/>
          <p:nvPr/>
        </p:nvSpPr>
        <p:spPr>
          <a:xfrm>
            <a:off x="529814" y="6226395"/>
            <a:ext cx="7621792" cy="646331"/>
          </a:xfrm>
          <a:prstGeom prst="rect">
            <a:avLst/>
          </a:prstGeom>
          <a:noFill/>
        </p:spPr>
        <p:txBody>
          <a:bodyPr wrap="square">
            <a:spAutoFit/>
          </a:bodyPr>
          <a:lstStyle/>
          <a:p>
            <a:r>
              <a:rPr lang="en-US" dirty="0"/>
              <a:t>Example: </a:t>
            </a:r>
            <a:r>
              <a:rPr lang="en-US" dirty="0">
                <a:hlinkClick r:id="rId3"/>
              </a:rPr>
              <a:t>https://</a:t>
            </a:r>
            <a:r>
              <a:rPr lang="en-US" dirty="0" err="1">
                <a:hlinkClick r:id="rId3"/>
              </a:rPr>
              <a:t>amigo.geneontology.org</a:t>
            </a:r>
            <a:r>
              <a:rPr lang="en-US" dirty="0">
                <a:hlinkClick r:id="rId3"/>
              </a:rPr>
              <a:t>/amigo/</a:t>
            </a:r>
            <a:r>
              <a:rPr lang="en-US" dirty="0" err="1">
                <a:hlinkClick r:id="rId3"/>
              </a:rPr>
              <a:t>gene_product</a:t>
            </a:r>
            <a:r>
              <a:rPr lang="en-US" dirty="0">
                <a:hlinkClick r:id="rId3"/>
              </a:rPr>
              <a:t>/UniProtKB:P31314</a:t>
            </a:r>
            <a:endParaRPr lang="en-US" dirty="0"/>
          </a:p>
        </p:txBody>
      </p:sp>
      <p:sp>
        <p:nvSpPr>
          <p:cNvPr id="15" name="TextBox 14">
            <a:extLst>
              <a:ext uri="{FF2B5EF4-FFF2-40B4-BE49-F238E27FC236}">
                <a16:creationId xmlns:a16="http://schemas.microsoft.com/office/drawing/2014/main" id="{67485860-7A3C-6B40-0E54-366F87F77AC4}"/>
              </a:ext>
            </a:extLst>
          </p:cNvPr>
          <p:cNvSpPr txBox="1"/>
          <p:nvPr/>
        </p:nvSpPr>
        <p:spPr>
          <a:xfrm>
            <a:off x="5788510" y="6066837"/>
            <a:ext cx="6099586" cy="369332"/>
          </a:xfrm>
          <a:prstGeom prst="rect">
            <a:avLst/>
          </a:prstGeom>
          <a:noFill/>
        </p:spPr>
        <p:txBody>
          <a:bodyPr wrap="square">
            <a:spAutoFit/>
          </a:bodyPr>
          <a:lstStyle/>
          <a:p>
            <a:r>
              <a:rPr lang="en-US" dirty="0">
                <a:hlinkClick r:id="rId4"/>
              </a:rPr>
              <a:t>https://</a:t>
            </a:r>
            <a:r>
              <a:rPr lang="en-US" dirty="0" err="1">
                <a:hlinkClick r:id="rId4"/>
              </a:rPr>
              <a:t>geneontology.org</a:t>
            </a:r>
            <a:r>
              <a:rPr lang="en-US" dirty="0">
                <a:hlinkClick r:id="rId4"/>
              </a:rPr>
              <a:t>/docs/guide-go-evidence-codes/</a:t>
            </a:r>
            <a:endParaRPr lang="en-US" dirty="0"/>
          </a:p>
        </p:txBody>
      </p:sp>
    </p:spTree>
    <p:extLst>
      <p:ext uri="{BB962C8B-B14F-4D97-AF65-F5344CB8AC3E}">
        <p14:creationId xmlns:p14="http://schemas.microsoft.com/office/powerpoint/2010/main" val="240254422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972DD-7E33-81CB-5CB0-C942B72480F5}"/>
              </a:ext>
            </a:extLst>
          </p:cNvPr>
          <p:cNvSpPr>
            <a:spLocks noGrp="1"/>
          </p:cNvSpPr>
          <p:nvPr>
            <p:ph type="title"/>
          </p:nvPr>
        </p:nvSpPr>
        <p:spPr>
          <a:xfrm>
            <a:off x="281609" y="0"/>
            <a:ext cx="10515600" cy="1325563"/>
          </a:xfrm>
        </p:spPr>
        <p:txBody>
          <a:bodyPr/>
          <a:lstStyle/>
          <a:p>
            <a:r>
              <a:rPr lang="en-US" dirty="0"/>
              <a:t>GO Terms are Hierarchical</a:t>
            </a:r>
          </a:p>
        </p:txBody>
      </p:sp>
      <p:sp>
        <p:nvSpPr>
          <p:cNvPr id="7" name="TextBox 6">
            <a:extLst>
              <a:ext uri="{FF2B5EF4-FFF2-40B4-BE49-F238E27FC236}">
                <a16:creationId xmlns:a16="http://schemas.microsoft.com/office/drawing/2014/main" id="{B286D986-4C34-CBBC-FA1A-CB1C789F4AF0}"/>
              </a:ext>
            </a:extLst>
          </p:cNvPr>
          <p:cNvSpPr txBox="1"/>
          <p:nvPr/>
        </p:nvSpPr>
        <p:spPr>
          <a:xfrm>
            <a:off x="6715461" y="6123543"/>
            <a:ext cx="6567542" cy="369332"/>
          </a:xfrm>
          <a:prstGeom prst="rect">
            <a:avLst/>
          </a:prstGeom>
          <a:noFill/>
        </p:spPr>
        <p:txBody>
          <a:bodyPr wrap="square">
            <a:spAutoFit/>
          </a:bodyPr>
          <a:lstStyle/>
          <a:p>
            <a:r>
              <a:rPr lang="en-US" dirty="0">
                <a:hlinkClick r:id="rId2"/>
              </a:rPr>
              <a:t>https://</a:t>
            </a:r>
            <a:r>
              <a:rPr lang="en-US" dirty="0" err="1">
                <a:hlinkClick r:id="rId2"/>
              </a:rPr>
              <a:t>amigo.geneontology.org</a:t>
            </a:r>
            <a:r>
              <a:rPr lang="en-US" dirty="0">
                <a:hlinkClick r:id="rId2"/>
              </a:rPr>
              <a:t>/amigo/</a:t>
            </a:r>
            <a:r>
              <a:rPr lang="en-US" dirty="0" err="1">
                <a:hlinkClick r:id="rId2"/>
              </a:rPr>
              <a:t>dd_browse</a:t>
            </a:r>
            <a:endParaRPr lang="en-US" dirty="0"/>
          </a:p>
        </p:txBody>
      </p:sp>
      <p:pic>
        <p:nvPicPr>
          <p:cNvPr id="9" name="Picture 8" descr="Diagram&#10;&#10;AI-generated content may be incorrect.">
            <a:extLst>
              <a:ext uri="{FF2B5EF4-FFF2-40B4-BE49-F238E27FC236}">
                <a16:creationId xmlns:a16="http://schemas.microsoft.com/office/drawing/2014/main" id="{36783613-61D3-D507-DFC2-03777D23C4C8}"/>
              </a:ext>
            </a:extLst>
          </p:cNvPr>
          <p:cNvPicPr>
            <a:picLocks noChangeAspect="1"/>
          </p:cNvPicPr>
          <p:nvPr/>
        </p:nvPicPr>
        <p:blipFill>
          <a:blip r:embed="rId3"/>
          <a:stretch>
            <a:fillRect/>
          </a:stretch>
        </p:blipFill>
        <p:spPr>
          <a:xfrm>
            <a:off x="2214008" y="982864"/>
            <a:ext cx="7303179" cy="5140679"/>
          </a:xfrm>
          <a:prstGeom prst="rect">
            <a:avLst/>
          </a:prstGeom>
        </p:spPr>
      </p:pic>
    </p:spTree>
    <p:extLst>
      <p:ext uri="{BB962C8B-B14F-4D97-AF65-F5344CB8AC3E}">
        <p14:creationId xmlns:p14="http://schemas.microsoft.com/office/powerpoint/2010/main" val="36794469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A736B-049E-3FF7-0B87-7430E6E9C27C}"/>
              </a:ext>
            </a:extLst>
          </p:cNvPr>
          <p:cNvSpPr>
            <a:spLocks noGrp="1"/>
          </p:cNvSpPr>
          <p:nvPr>
            <p:ph type="title"/>
          </p:nvPr>
        </p:nvSpPr>
        <p:spPr/>
        <p:txBody>
          <a:bodyPr/>
          <a:lstStyle/>
          <a:p>
            <a:r>
              <a:rPr lang="en-US" dirty="0"/>
              <a:t>Caveats to ORA and other approaches </a:t>
            </a:r>
          </a:p>
        </p:txBody>
      </p:sp>
      <p:sp>
        <p:nvSpPr>
          <p:cNvPr id="3" name="Content Placeholder 2">
            <a:extLst>
              <a:ext uri="{FF2B5EF4-FFF2-40B4-BE49-F238E27FC236}">
                <a16:creationId xmlns:a16="http://schemas.microsoft.com/office/drawing/2014/main" id="{56C1F6A9-831F-EC12-BF95-E61F4A7F3AE0}"/>
              </a:ext>
            </a:extLst>
          </p:cNvPr>
          <p:cNvSpPr>
            <a:spLocks noGrp="1"/>
          </p:cNvSpPr>
          <p:nvPr>
            <p:ph idx="1"/>
          </p:nvPr>
        </p:nvSpPr>
        <p:spPr/>
        <p:txBody>
          <a:bodyPr/>
          <a:lstStyle/>
          <a:p>
            <a:r>
              <a:rPr lang="en-US" dirty="0"/>
              <a:t>Ignores magnitude of differential expression within the group of DE genes</a:t>
            </a:r>
          </a:p>
          <a:p>
            <a:r>
              <a:rPr lang="en-US" dirty="0"/>
              <a:t>Independence of genes from one another? Pathways from one another? </a:t>
            </a:r>
          </a:p>
          <a:p>
            <a:r>
              <a:rPr lang="en-US" dirty="0"/>
              <a:t>Quality and availability of annotations</a:t>
            </a:r>
          </a:p>
        </p:txBody>
      </p:sp>
      <p:sp>
        <p:nvSpPr>
          <p:cNvPr id="5" name="TextBox 4">
            <a:extLst>
              <a:ext uri="{FF2B5EF4-FFF2-40B4-BE49-F238E27FC236}">
                <a16:creationId xmlns:a16="http://schemas.microsoft.com/office/drawing/2014/main" id="{AB737468-746B-9352-CA30-83E7D2D8B24B}"/>
              </a:ext>
            </a:extLst>
          </p:cNvPr>
          <p:cNvSpPr txBox="1"/>
          <p:nvPr/>
        </p:nvSpPr>
        <p:spPr>
          <a:xfrm>
            <a:off x="5792993" y="5988734"/>
            <a:ext cx="6099586" cy="646331"/>
          </a:xfrm>
          <a:prstGeom prst="rect">
            <a:avLst/>
          </a:prstGeom>
          <a:noFill/>
        </p:spPr>
        <p:txBody>
          <a:bodyPr wrap="square">
            <a:spAutoFit/>
          </a:bodyPr>
          <a:lstStyle/>
          <a:p>
            <a:r>
              <a:rPr lang="en-US" dirty="0">
                <a:hlinkClick r:id="rId3"/>
              </a:rPr>
              <a:t>https://</a:t>
            </a:r>
            <a:r>
              <a:rPr lang="en-US" dirty="0" err="1">
                <a:hlinkClick r:id="rId3"/>
              </a:rPr>
              <a:t>journals.plos.org</a:t>
            </a:r>
            <a:r>
              <a:rPr lang="en-US" dirty="0">
                <a:hlinkClick r:id="rId3"/>
              </a:rPr>
              <a:t>/</a:t>
            </a:r>
            <a:r>
              <a:rPr lang="en-US" dirty="0" err="1">
                <a:hlinkClick r:id="rId3"/>
              </a:rPr>
              <a:t>ploscompbiol</a:t>
            </a:r>
            <a:r>
              <a:rPr lang="en-US" dirty="0">
                <a:hlinkClick r:id="rId3"/>
              </a:rPr>
              <a:t>/</a:t>
            </a:r>
            <a:r>
              <a:rPr lang="en-US" dirty="0" err="1">
                <a:hlinkClick r:id="rId3"/>
              </a:rPr>
              <a:t>article?id</a:t>
            </a:r>
            <a:r>
              <a:rPr lang="en-US" dirty="0">
                <a:hlinkClick r:id="rId3"/>
              </a:rPr>
              <a:t>=10.1371/journal.pcbi.1002375</a:t>
            </a:r>
            <a:endParaRPr lang="en-US" dirty="0"/>
          </a:p>
        </p:txBody>
      </p:sp>
    </p:spTree>
    <p:extLst>
      <p:ext uri="{BB962C8B-B14F-4D97-AF65-F5344CB8AC3E}">
        <p14:creationId xmlns:p14="http://schemas.microsoft.com/office/powerpoint/2010/main" val="2769311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DD59A208-D717-529D-FF24-2B8AF02DC3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4194" y="641280"/>
            <a:ext cx="8435795" cy="535684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41FA1F0-359E-96CC-257A-4308A50A71A6}"/>
              </a:ext>
            </a:extLst>
          </p:cNvPr>
          <p:cNvSpPr txBox="1"/>
          <p:nvPr/>
        </p:nvSpPr>
        <p:spPr>
          <a:xfrm>
            <a:off x="6096000" y="6211669"/>
            <a:ext cx="6096000" cy="646331"/>
          </a:xfrm>
          <a:prstGeom prst="rect">
            <a:avLst/>
          </a:prstGeom>
          <a:noFill/>
        </p:spPr>
        <p:txBody>
          <a:bodyPr wrap="square">
            <a:spAutoFit/>
          </a:bodyPr>
          <a:lstStyle/>
          <a:p>
            <a:r>
              <a:rPr lang="en-US" dirty="0">
                <a:hlinkClick r:id="rId3"/>
              </a:rPr>
              <a:t>https://journals.plos.org/ploscompbiol/article?id=10.1371/journal.pcbi.1002375</a:t>
            </a:r>
            <a:endParaRPr lang="en-US" dirty="0"/>
          </a:p>
        </p:txBody>
      </p:sp>
    </p:spTree>
    <p:extLst>
      <p:ext uri="{BB962C8B-B14F-4D97-AF65-F5344CB8AC3E}">
        <p14:creationId xmlns:p14="http://schemas.microsoft.com/office/powerpoint/2010/main" val="1012316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0FD19-074B-4C34-92DF-10F4BF33730A}"/>
              </a:ext>
            </a:extLst>
          </p:cNvPr>
          <p:cNvSpPr>
            <a:spLocks noGrp="1"/>
          </p:cNvSpPr>
          <p:nvPr>
            <p:ph type="title"/>
          </p:nvPr>
        </p:nvSpPr>
        <p:spPr/>
        <p:txBody>
          <a:bodyPr/>
          <a:lstStyle/>
          <a:p>
            <a:r>
              <a:rPr lang="en-US" dirty="0"/>
              <a:t>Week 9: Day 1 – Gene Set Enrichment</a:t>
            </a:r>
          </a:p>
        </p:txBody>
      </p:sp>
      <p:sp>
        <p:nvSpPr>
          <p:cNvPr id="5" name="TextBox 4">
            <a:extLst>
              <a:ext uri="{FF2B5EF4-FFF2-40B4-BE49-F238E27FC236}">
                <a16:creationId xmlns:a16="http://schemas.microsoft.com/office/drawing/2014/main" id="{809F38B5-AD2E-764C-671E-648A6E968BEF}"/>
              </a:ext>
            </a:extLst>
          </p:cNvPr>
          <p:cNvSpPr txBox="1"/>
          <p:nvPr/>
        </p:nvSpPr>
        <p:spPr>
          <a:xfrm>
            <a:off x="968189" y="1690688"/>
            <a:ext cx="9025666" cy="2862322"/>
          </a:xfrm>
          <a:prstGeom prst="rect">
            <a:avLst/>
          </a:prstGeom>
          <a:noFill/>
        </p:spPr>
        <p:txBody>
          <a:bodyPr wrap="square">
            <a:spAutoFit/>
          </a:bodyPr>
          <a:lstStyle/>
          <a:p>
            <a:r>
              <a:rPr lang="en-US" b="0" i="0" dirty="0">
                <a:solidFill>
                  <a:srgbClr val="606C71"/>
                </a:solidFill>
                <a:effectLst/>
                <a:latin typeface="Open Sans" panose="020B0606030504020204" pitchFamily="34" charset="0"/>
              </a:rPr>
              <a:t>The </a:t>
            </a:r>
            <a:r>
              <a:rPr lang="en-US" b="1" i="0" dirty="0">
                <a:solidFill>
                  <a:srgbClr val="606C71"/>
                </a:solidFill>
                <a:effectLst/>
                <a:latin typeface="Open Sans" panose="020B0606030504020204" pitchFamily="34" charset="0"/>
              </a:rPr>
              <a:t>hypothesis behind functional class scoring (FCS) methods</a:t>
            </a:r>
            <a:r>
              <a:rPr lang="en-US" dirty="0">
                <a:solidFill>
                  <a:srgbClr val="606C71"/>
                </a:solidFill>
                <a:latin typeface="Open Sans" panose="020B0606030504020204" pitchFamily="34" charset="0"/>
              </a:rPr>
              <a:t>: </a:t>
            </a:r>
          </a:p>
          <a:p>
            <a:pPr marL="285750" indent="-285750">
              <a:buFont typeface="Arial" panose="020B0604020202020204" pitchFamily="34" charset="0"/>
              <a:buChar char="•"/>
            </a:pPr>
            <a:r>
              <a:rPr lang="en-US" b="0" i="0" dirty="0">
                <a:solidFill>
                  <a:srgbClr val="606C71"/>
                </a:solidFill>
                <a:effectLst/>
                <a:latin typeface="Open Sans" panose="020B0606030504020204" pitchFamily="34" charset="0"/>
              </a:rPr>
              <a:t>Large changes in individual genes can have significant effects on pathways (and will be detected via ORA methods)</a:t>
            </a:r>
          </a:p>
          <a:p>
            <a:pPr marL="285750" indent="-285750">
              <a:buFont typeface="Arial" panose="020B0604020202020204" pitchFamily="34" charset="0"/>
              <a:buChar char="•"/>
            </a:pPr>
            <a:endParaRPr lang="en-US" b="0" i="0" dirty="0">
              <a:solidFill>
                <a:srgbClr val="606C71"/>
              </a:solidFill>
              <a:effectLst/>
              <a:latin typeface="Open Sans" panose="020B0606030504020204" pitchFamily="34" charset="0"/>
            </a:endParaRPr>
          </a:p>
          <a:p>
            <a:pPr marL="285750" indent="-285750">
              <a:buFont typeface="Arial" panose="020B0604020202020204" pitchFamily="34" charset="0"/>
              <a:buChar char="•"/>
            </a:pPr>
            <a:r>
              <a:rPr lang="en-US" b="0" i="0" dirty="0">
                <a:solidFill>
                  <a:srgbClr val="606C71"/>
                </a:solidFill>
                <a:effectLst/>
                <a:latin typeface="Open Sans" panose="020B0606030504020204" pitchFamily="34" charset="0"/>
              </a:rPr>
              <a:t> </a:t>
            </a:r>
            <a:r>
              <a:rPr lang="en-US" b="1" dirty="0">
                <a:solidFill>
                  <a:srgbClr val="606C71"/>
                </a:solidFill>
                <a:latin typeface="Open Sans" panose="020B0606030504020204" pitchFamily="34" charset="0"/>
              </a:rPr>
              <a:t>W</a:t>
            </a:r>
            <a:r>
              <a:rPr lang="en-US" b="1" i="0" dirty="0">
                <a:solidFill>
                  <a:srgbClr val="606C71"/>
                </a:solidFill>
                <a:effectLst/>
                <a:latin typeface="Open Sans" panose="020B0606030504020204" pitchFamily="34" charset="0"/>
              </a:rPr>
              <a:t>eaker but coordinated changes in sets of functionally related genes (i.e., pathways) can also have significant effect</a:t>
            </a:r>
            <a:r>
              <a:rPr lang="en-US" b="0" i="0" dirty="0">
                <a:solidFill>
                  <a:srgbClr val="606C71"/>
                </a:solidFill>
                <a:effectLst/>
                <a:latin typeface="Open Sans" panose="020B0606030504020204" pitchFamily="34" charset="0"/>
              </a:rPr>
              <a:t>s. </a:t>
            </a:r>
          </a:p>
          <a:p>
            <a:pPr marL="285750" indent="-285750">
              <a:buFont typeface="Arial" panose="020B0604020202020204" pitchFamily="34" charset="0"/>
              <a:buChar char="•"/>
            </a:pPr>
            <a:endParaRPr lang="en-US" b="0" i="0" dirty="0">
              <a:solidFill>
                <a:srgbClr val="606C71"/>
              </a:solidFill>
              <a:effectLst/>
              <a:latin typeface="Open Sans" panose="020B0606030504020204" pitchFamily="34" charset="0"/>
            </a:endParaRPr>
          </a:p>
          <a:p>
            <a:pPr marL="285750" indent="-285750">
              <a:buFont typeface="Arial" panose="020B0604020202020204" pitchFamily="34" charset="0"/>
              <a:buChar char="•"/>
            </a:pPr>
            <a:r>
              <a:rPr lang="en-US" dirty="0">
                <a:solidFill>
                  <a:srgbClr val="606C71"/>
                </a:solidFill>
                <a:latin typeface="Open Sans" panose="020B0606030504020204" pitchFamily="34" charset="0"/>
              </a:rPr>
              <a:t>T</a:t>
            </a:r>
            <a:r>
              <a:rPr lang="en-US" b="0" i="0" dirty="0">
                <a:solidFill>
                  <a:srgbClr val="606C71"/>
                </a:solidFill>
                <a:effectLst/>
                <a:latin typeface="Open Sans" panose="020B0606030504020204" pitchFamily="34" charset="0"/>
              </a:rPr>
              <a:t>hus, rather than setting an arbitrary threshold to identify ‘significant genes’, </a:t>
            </a:r>
            <a:r>
              <a:rPr lang="en-US" b="1" i="0" dirty="0">
                <a:solidFill>
                  <a:srgbClr val="606C71"/>
                </a:solidFill>
                <a:effectLst/>
                <a:latin typeface="Open Sans" panose="020B0606030504020204" pitchFamily="34" charset="0"/>
              </a:rPr>
              <a:t>all genes are considered</a:t>
            </a:r>
            <a:r>
              <a:rPr lang="en-US" b="0" i="0" dirty="0">
                <a:solidFill>
                  <a:srgbClr val="606C71"/>
                </a:solidFill>
                <a:effectLst/>
                <a:latin typeface="Open Sans" panose="020B0606030504020204" pitchFamily="34" charset="0"/>
              </a:rPr>
              <a:t> in the analysis. </a:t>
            </a:r>
          </a:p>
          <a:p>
            <a:r>
              <a:rPr lang="en-US" dirty="0">
                <a:solidFill>
                  <a:srgbClr val="606C71"/>
                </a:solidFill>
                <a:latin typeface="Open Sans" panose="020B0606030504020204" pitchFamily="34" charset="0"/>
              </a:rPr>
              <a:t> </a:t>
            </a:r>
            <a:endParaRPr lang="en-US" dirty="0"/>
          </a:p>
        </p:txBody>
      </p:sp>
      <p:sp>
        <p:nvSpPr>
          <p:cNvPr id="7" name="TextBox 6">
            <a:extLst>
              <a:ext uri="{FF2B5EF4-FFF2-40B4-BE49-F238E27FC236}">
                <a16:creationId xmlns:a16="http://schemas.microsoft.com/office/drawing/2014/main" id="{618ADF6C-1CE6-186F-28A8-3A066AB51E40}"/>
              </a:ext>
            </a:extLst>
          </p:cNvPr>
          <p:cNvSpPr txBox="1"/>
          <p:nvPr/>
        </p:nvSpPr>
        <p:spPr>
          <a:xfrm>
            <a:off x="2963732" y="4832667"/>
            <a:ext cx="6099586" cy="1477328"/>
          </a:xfrm>
          <a:prstGeom prst="rect">
            <a:avLst/>
          </a:prstGeom>
          <a:noFill/>
        </p:spPr>
        <p:txBody>
          <a:bodyPr wrap="square">
            <a:spAutoFit/>
          </a:bodyPr>
          <a:lstStyle/>
          <a:p>
            <a:r>
              <a:rPr lang="en-US" b="1" i="0" dirty="0">
                <a:solidFill>
                  <a:srgbClr val="606C71"/>
                </a:solidFill>
                <a:effectLst/>
                <a:latin typeface="Open Sans" panose="020B0606030504020204" pitchFamily="34" charset="0"/>
              </a:rPr>
              <a:t>Gene set enrichment analysis utilizes the gene-level statistics </a:t>
            </a:r>
            <a:r>
              <a:rPr lang="en-US" b="1" dirty="0">
                <a:solidFill>
                  <a:srgbClr val="606C71"/>
                </a:solidFill>
                <a:latin typeface="Open Sans" panose="020B0606030504020204" pitchFamily="34" charset="0"/>
              </a:rPr>
              <a:t>(</a:t>
            </a:r>
            <a:r>
              <a:rPr lang="en-US" b="1" i="0" dirty="0">
                <a:solidFill>
                  <a:srgbClr val="606C71"/>
                </a:solidFill>
                <a:effectLst/>
                <a:latin typeface="Open Sans" panose="020B0606030504020204" pitchFamily="34" charset="0"/>
              </a:rPr>
              <a:t>log2 fold changes) for all genes to look to see whether gene sets for particular biological pathways are enriched among the large positive or negative fold changes.</a:t>
            </a:r>
            <a:endParaRPr lang="en-US" b="1" dirty="0"/>
          </a:p>
        </p:txBody>
      </p:sp>
    </p:spTree>
    <p:extLst>
      <p:ext uri="{BB962C8B-B14F-4D97-AF65-F5344CB8AC3E}">
        <p14:creationId xmlns:p14="http://schemas.microsoft.com/office/powerpoint/2010/main" val="9942044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1CD92DB0-9617-E0AE-7165-786F608C90B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39283" y="422911"/>
            <a:ext cx="10113433" cy="568880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91361B4-A1AE-1333-761F-735178F7F919}"/>
              </a:ext>
            </a:extLst>
          </p:cNvPr>
          <p:cNvSpPr txBox="1"/>
          <p:nvPr/>
        </p:nvSpPr>
        <p:spPr>
          <a:xfrm>
            <a:off x="6095999" y="6435089"/>
            <a:ext cx="6097904" cy="369332"/>
          </a:xfrm>
          <a:prstGeom prst="rect">
            <a:avLst/>
          </a:prstGeom>
          <a:noFill/>
        </p:spPr>
        <p:txBody>
          <a:bodyPr wrap="square">
            <a:spAutoFit/>
          </a:bodyPr>
          <a:lstStyle/>
          <a:p>
            <a:r>
              <a:rPr lang="en-US" dirty="0"/>
              <a:t>https://</a:t>
            </a:r>
            <a:r>
              <a:rPr lang="en-US" dirty="0" err="1"/>
              <a:t>biostatsquid.com</a:t>
            </a:r>
            <a:r>
              <a:rPr lang="en-US" dirty="0"/>
              <a:t>/gene-set-enrichment-analysis/</a:t>
            </a:r>
          </a:p>
        </p:txBody>
      </p:sp>
    </p:spTree>
    <p:extLst>
      <p:ext uri="{BB962C8B-B14F-4D97-AF65-F5344CB8AC3E}">
        <p14:creationId xmlns:p14="http://schemas.microsoft.com/office/powerpoint/2010/main" val="11112559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04BDC0-A789-0159-EEB9-CEF6890287A5}"/>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73DE4123-9868-BCD1-DA50-9393158EF9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4313"/>
            <a:ext cx="12192000" cy="64293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AB641A5-92DE-A5FA-3BD8-201C182E6F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9CFC76D-9F8D-ED6F-5781-8843FC365CFC}"/>
              </a:ext>
            </a:extLst>
          </p:cNvPr>
          <p:cNvSpPr txBox="1"/>
          <p:nvPr/>
        </p:nvSpPr>
        <p:spPr>
          <a:xfrm>
            <a:off x="4588136" y="6459021"/>
            <a:ext cx="6099586" cy="369332"/>
          </a:xfrm>
          <a:prstGeom prst="rect">
            <a:avLst/>
          </a:prstGeom>
          <a:noFill/>
        </p:spPr>
        <p:txBody>
          <a:bodyPr wrap="square">
            <a:spAutoFit/>
          </a:bodyPr>
          <a:lstStyle/>
          <a:p>
            <a:r>
              <a:rPr lang="en-US" dirty="0"/>
              <a:t>https://</a:t>
            </a:r>
            <a:r>
              <a:rPr lang="en-US" dirty="0" err="1"/>
              <a:t>biostatsquid.com</a:t>
            </a:r>
            <a:r>
              <a:rPr lang="en-US" dirty="0"/>
              <a:t>/gene-set-enrichment-analysis/</a:t>
            </a:r>
          </a:p>
        </p:txBody>
      </p:sp>
    </p:spTree>
    <p:extLst>
      <p:ext uri="{BB962C8B-B14F-4D97-AF65-F5344CB8AC3E}">
        <p14:creationId xmlns:p14="http://schemas.microsoft.com/office/powerpoint/2010/main" val="18685477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56A7F-501A-E4DC-C73E-3C16C909042B}"/>
              </a:ext>
            </a:extLst>
          </p:cNvPr>
          <p:cNvSpPr>
            <a:spLocks noGrp="1"/>
          </p:cNvSpPr>
          <p:nvPr>
            <p:ph type="title"/>
          </p:nvPr>
        </p:nvSpPr>
        <p:spPr/>
        <p:txBody>
          <a:bodyPr/>
          <a:lstStyle/>
          <a:p>
            <a:r>
              <a:rPr lang="en-US" dirty="0"/>
              <a:t>How does GSEA work?</a:t>
            </a:r>
          </a:p>
        </p:txBody>
      </p:sp>
      <p:sp>
        <p:nvSpPr>
          <p:cNvPr id="3" name="Content Placeholder 2">
            <a:extLst>
              <a:ext uri="{FF2B5EF4-FFF2-40B4-BE49-F238E27FC236}">
                <a16:creationId xmlns:a16="http://schemas.microsoft.com/office/drawing/2014/main" id="{F6AB515C-ACD8-D8E7-A714-E6D4110CFD1D}"/>
              </a:ext>
            </a:extLst>
          </p:cNvPr>
          <p:cNvSpPr>
            <a:spLocks noGrp="1"/>
          </p:cNvSpPr>
          <p:nvPr>
            <p:ph idx="1"/>
          </p:nvPr>
        </p:nvSpPr>
        <p:spPr>
          <a:xfrm>
            <a:off x="838200" y="1425453"/>
            <a:ext cx="10145358" cy="5298076"/>
          </a:xfrm>
        </p:spPr>
        <p:txBody>
          <a:bodyPr>
            <a:normAutofit fontScale="92500" lnSpcReduction="20000"/>
          </a:bodyPr>
          <a:lstStyle/>
          <a:p>
            <a:pPr algn="l">
              <a:buNone/>
            </a:pPr>
            <a:r>
              <a:rPr lang="en-US" sz="1900" b="1" i="0" dirty="0">
                <a:solidFill>
                  <a:srgbClr val="606C71"/>
                </a:solidFill>
                <a:effectLst/>
              </a:rPr>
              <a:t>Step 1:</a:t>
            </a:r>
            <a:r>
              <a:rPr lang="en-US" sz="1900" b="0" i="0" dirty="0">
                <a:solidFill>
                  <a:srgbClr val="606C71"/>
                </a:solidFill>
                <a:effectLst/>
              </a:rPr>
              <a:t> Calculation of enrichment score:</a:t>
            </a:r>
          </a:p>
          <a:p>
            <a:pPr algn="l"/>
            <a:r>
              <a:rPr lang="en-US" sz="1900" b="0" i="0" dirty="0">
                <a:solidFill>
                  <a:srgbClr val="606C71"/>
                </a:solidFill>
                <a:effectLst/>
              </a:rPr>
              <a:t>An enrichment score for a particular gene set is calculated by walking down the list of log2 fold changes and increasing the running-sum statistic every time a gene in the gene set is encountered and decreasing it when genes are not part of the gene set. The size of the increase/decrease is determined by magnitude of the log2 fold change. Larger (positive or negative) log2 fold changes will result in larger increases or decreases. The final enrichment score is where the running-sum statistic is the largest deviation from zero.</a:t>
            </a:r>
          </a:p>
          <a:p>
            <a:pPr algn="l"/>
            <a:endParaRPr lang="en-US" sz="1900" b="0" i="0" dirty="0">
              <a:solidFill>
                <a:srgbClr val="606C71"/>
              </a:solidFill>
              <a:effectLst/>
            </a:endParaRPr>
          </a:p>
          <a:p>
            <a:pPr algn="l">
              <a:buNone/>
            </a:pPr>
            <a:r>
              <a:rPr lang="en-US" sz="1900" b="1" i="0" dirty="0">
                <a:solidFill>
                  <a:srgbClr val="606C71"/>
                </a:solidFill>
                <a:effectLst/>
              </a:rPr>
              <a:t>Step 2:</a:t>
            </a:r>
            <a:r>
              <a:rPr lang="en-US" sz="1900" b="0" i="0" dirty="0">
                <a:solidFill>
                  <a:srgbClr val="606C71"/>
                </a:solidFill>
                <a:effectLst/>
              </a:rPr>
              <a:t> Estimation of significance:</a:t>
            </a:r>
          </a:p>
          <a:p>
            <a:pPr algn="l"/>
            <a:r>
              <a:rPr lang="en-US" sz="1900" b="0" i="0" dirty="0">
                <a:solidFill>
                  <a:srgbClr val="606C71"/>
                </a:solidFill>
                <a:effectLst/>
              </a:rPr>
              <a:t>The significance of the enrichment score is determined using permutation testing, which performs rearrangements of the data points to determine the likelihood of generating an enrichment score as large as the enrichment score calculated from the observed data</a:t>
            </a:r>
          </a:p>
          <a:p>
            <a:pPr marL="0" indent="0" algn="l">
              <a:buNone/>
            </a:pPr>
            <a:endParaRPr lang="en-US" sz="1900" b="0" i="0" dirty="0">
              <a:solidFill>
                <a:srgbClr val="606C71"/>
              </a:solidFill>
              <a:effectLst/>
            </a:endParaRPr>
          </a:p>
          <a:p>
            <a:pPr algn="l">
              <a:buNone/>
            </a:pPr>
            <a:r>
              <a:rPr lang="en-US" sz="1900" b="1" i="0" dirty="0">
                <a:solidFill>
                  <a:srgbClr val="606C71"/>
                </a:solidFill>
                <a:effectLst/>
              </a:rPr>
              <a:t>Step 3:</a:t>
            </a:r>
            <a:r>
              <a:rPr lang="en-US" sz="1900" b="0" i="0" dirty="0">
                <a:solidFill>
                  <a:srgbClr val="606C71"/>
                </a:solidFill>
                <a:effectLst/>
              </a:rPr>
              <a:t> Adjust for multiple test correction</a:t>
            </a:r>
          </a:p>
          <a:p>
            <a:pPr algn="l">
              <a:buNone/>
            </a:pPr>
            <a:r>
              <a:rPr lang="en-US" sz="1900" b="0" i="0" dirty="0">
                <a:solidFill>
                  <a:srgbClr val="606C71"/>
                </a:solidFill>
                <a:effectLst/>
              </a:rPr>
              <a:t>After all gene sets are tested, the enrichment scores are normalized for the size of the gene set, then the p-values are corrected for multiple testing.</a:t>
            </a:r>
          </a:p>
          <a:p>
            <a:pPr algn="l"/>
            <a:r>
              <a:rPr lang="en-US" sz="1900" b="0" i="0" dirty="0">
                <a:solidFill>
                  <a:srgbClr val="606C71"/>
                </a:solidFill>
                <a:effectLst/>
              </a:rPr>
              <a:t>The GSEA output will yield the core genes in the gene sets that most highly contribute to the enrichment score. The genes output are generally the genes at or before the running sum reaches its maximum value (</a:t>
            </a:r>
            <a:r>
              <a:rPr lang="en-US" sz="1900" b="0" i="0" dirty="0" err="1">
                <a:solidFill>
                  <a:srgbClr val="606C71"/>
                </a:solidFill>
                <a:effectLst/>
              </a:rPr>
              <a:t>eg.</a:t>
            </a:r>
            <a:r>
              <a:rPr lang="en-US" sz="1900" b="0" i="0" dirty="0">
                <a:solidFill>
                  <a:srgbClr val="606C71"/>
                </a:solidFill>
                <a:effectLst/>
              </a:rPr>
              <a:t> the most influential genes driving the differences between conditions for that gene set).</a:t>
            </a:r>
          </a:p>
          <a:p>
            <a:pPr marL="0" indent="0" algn="l">
              <a:buNone/>
            </a:pPr>
            <a:endParaRPr lang="en-US" sz="1800" b="0" i="0" dirty="0">
              <a:solidFill>
                <a:srgbClr val="606C71"/>
              </a:solidFill>
              <a:effectLst/>
            </a:endParaRPr>
          </a:p>
          <a:p>
            <a:pPr algn="l"/>
            <a:endParaRPr lang="en-US" sz="1800" b="0" i="0" dirty="0">
              <a:solidFill>
                <a:srgbClr val="606C71"/>
              </a:solidFill>
              <a:effectLst/>
            </a:endParaRPr>
          </a:p>
          <a:p>
            <a:endParaRPr lang="en-US" dirty="0"/>
          </a:p>
        </p:txBody>
      </p:sp>
    </p:spTree>
    <p:extLst>
      <p:ext uri="{BB962C8B-B14F-4D97-AF65-F5344CB8AC3E}">
        <p14:creationId xmlns:p14="http://schemas.microsoft.com/office/powerpoint/2010/main" val="32549768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24085A-F7BE-47C1-67A5-9AB0F767D0BB}"/>
            </a:ext>
          </a:extLst>
        </p:cNvPr>
        <p:cNvGrpSpPr/>
        <p:nvPr/>
      </p:nvGrpSpPr>
      <p:grpSpPr>
        <a:xfrm>
          <a:off x="0" y="0"/>
          <a:ext cx="0" cy="0"/>
          <a:chOff x="0" y="0"/>
          <a:chExt cx="0" cy="0"/>
        </a:xfrm>
      </p:grpSpPr>
      <p:pic>
        <p:nvPicPr>
          <p:cNvPr id="1026" name="Picture 2">
            <a:extLst>
              <a:ext uri="{FF2B5EF4-FFF2-40B4-BE49-F238E27FC236}">
                <a16:creationId xmlns:a16="http://schemas.microsoft.com/office/drawing/2014/main" id="{92160FA8-378E-442F-0B2F-52DF2C6EC7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4313"/>
            <a:ext cx="12192000" cy="64293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EA2FECA-3929-CEED-1B63-3F7C023D05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DA4DC77-6745-3FD4-DDAA-FD563450C905}"/>
              </a:ext>
            </a:extLst>
          </p:cNvPr>
          <p:cNvSpPr txBox="1"/>
          <p:nvPr/>
        </p:nvSpPr>
        <p:spPr>
          <a:xfrm>
            <a:off x="4588136" y="6459021"/>
            <a:ext cx="6099586" cy="369332"/>
          </a:xfrm>
          <a:prstGeom prst="rect">
            <a:avLst/>
          </a:prstGeom>
          <a:noFill/>
        </p:spPr>
        <p:txBody>
          <a:bodyPr wrap="square">
            <a:spAutoFit/>
          </a:bodyPr>
          <a:lstStyle/>
          <a:p>
            <a:r>
              <a:rPr lang="en-US" dirty="0"/>
              <a:t>https://</a:t>
            </a:r>
            <a:r>
              <a:rPr lang="en-US" dirty="0" err="1"/>
              <a:t>biostatsquid.com</a:t>
            </a:r>
            <a:r>
              <a:rPr lang="en-US" dirty="0"/>
              <a:t>/gene-set-enrichment-analysis/</a:t>
            </a:r>
          </a:p>
        </p:txBody>
      </p:sp>
    </p:spTree>
    <p:extLst>
      <p:ext uri="{BB962C8B-B14F-4D97-AF65-F5344CB8AC3E}">
        <p14:creationId xmlns:p14="http://schemas.microsoft.com/office/powerpoint/2010/main" val="12625343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743BF0-1D5E-8BBC-7581-0A6597E427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70D651-100B-729A-74FF-96FC7ED83F1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FCAF9BE-200D-A5CF-F5A2-1332E82E2334}"/>
              </a:ext>
            </a:extLst>
          </p:cNvPr>
          <p:cNvSpPr>
            <a:spLocks noGrp="1"/>
          </p:cNvSpPr>
          <p:nvPr>
            <p:ph idx="1"/>
          </p:nvPr>
        </p:nvSpPr>
        <p:spPr/>
        <p:txBody>
          <a:bodyPr/>
          <a:lstStyle/>
          <a:p>
            <a:endParaRPr lang="en-US"/>
          </a:p>
        </p:txBody>
      </p:sp>
      <p:pic>
        <p:nvPicPr>
          <p:cNvPr id="1026" name="Picture 2" descr="topErnichedTerm">
            <a:extLst>
              <a:ext uri="{FF2B5EF4-FFF2-40B4-BE49-F238E27FC236}">
                <a16:creationId xmlns:a16="http://schemas.microsoft.com/office/drawing/2014/main" id="{509A8655-998F-DB33-5A0C-477D0D59C6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785" y="159172"/>
            <a:ext cx="11055350" cy="653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99179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ADA3A0-5CFA-5FD9-1518-93EF142DFE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F71644-4BE1-463C-CCD3-4319BA9C7BFF}"/>
              </a:ext>
            </a:extLst>
          </p:cNvPr>
          <p:cNvSpPr>
            <a:spLocks noGrp="1"/>
          </p:cNvSpPr>
          <p:nvPr>
            <p:ph type="title"/>
          </p:nvPr>
        </p:nvSpPr>
        <p:spPr/>
        <p:txBody>
          <a:bodyPr/>
          <a:lstStyle/>
          <a:p>
            <a:r>
              <a:rPr lang="en-US" dirty="0"/>
              <a:t>How does GSEA work?</a:t>
            </a:r>
          </a:p>
        </p:txBody>
      </p:sp>
      <p:sp>
        <p:nvSpPr>
          <p:cNvPr id="3" name="Content Placeholder 2">
            <a:extLst>
              <a:ext uri="{FF2B5EF4-FFF2-40B4-BE49-F238E27FC236}">
                <a16:creationId xmlns:a16="http://schemas.microsoft.com/office/drawing/2014/main" id="{CB249DE3-D76A-B1B2-BDDF-2A72EF077A81}"/>
              </a:ext>
            </a:extLst>
          </p:cNvPr>
          <p:cNvSpPr>
            <a:spLocks noGrp="1"/>
          </p:cNvSpPr>
          <p:nvPr>
            <p:ph idx="1"/>
          </p:nvPr>
        </p:nvSpPr>
        <p:spPr>
          <a:xfrm>
            <a:off x="838200" y="1425453"/>
            <a:ext cx="10145358" cy="5298076"/>
          </a:xfrm>
        </p:spPr>
        <p:txBody>
          <a:bodyPr>
            <a:normAutofit fontScale="92500" lnSpcReduction="20000"/>
          </a:bodyPr>
          <a:lstStyle/>
          <a:p>
            <a:pPr algn="l">
              <a:buNone/>
            </a:pPr>
            <a:r>
              <a:rPr lang="en-US" sz="1900" b="1" i="0" dirty="0">
                <a:solidFill>
                  <a:srgbClr val="606C71"/>
                </a:solidFill>
                <a:effectLst/>
              </a:rPr>
              <a:t>Step 1:</a:t>
            </a:r>
            <a:r>
              <a:rPr lang="en-US" sz="1900" b="0" i="0" dirty="0">
                <a:solidFill>
                  <a:srgbClr val="606C71"/>
                </a:solidFill>
                <a:effectLst/>
              </a:rPr>
              <a:t> Calculation of enrichment score:</a:t>
            </a:r>
          </a:p>
          <a:p>
            <a:pPr algn="l"/>
            <a:r>
              <a:rPr lang="en-US" sz="1900" b="0" i="0" dirty="0">
                <a:solidFill>
                  <a:srgbClr val="606C71"/>
                </a:solidFill>
                <a:effectLst/>
              </a:rPr>
              <a:t>An enrichment score for a particular gene set is calculated by walking down the list of log2 fold changes and increasing the running-sum statistic every time a gene in the gene set is encountered and decreasing it when genes are not part of the gene set. The size of the increase/decrease is determined by magnitude of the log2 fold change. Larger (positive or negative) log2 fold changes will result in larger increases or decreases. The final enrichment score is where the running-sum statistic is the largest deviation from zero.</a:t>
            </a:r>
          </a:p>
          <a:p>
            <a:pPr algn="l"/>
            <a:endParaRPr lang="en-US" sz="1900" b="0" i="0" dirty="0">
              <a:solidFill>
                <a:srgbClr val="606C71"/>
              </a:solidFill>
              <a:effectLst/>
            </a:endParaRPr>
          </a:p>
          <a:p>
            <a:pPr algn="l">
              <a:buNone/>
            </a:pPr>
            <a:r>
              <a:rPr lang="en-US" sz="1900" b="1" i="0" dirty="0">
                <a:solidFill>
                  <a:srgbClr val="606C71"/>
                </a:solidFill>
                <a:effectLst/>
              </a:rPr>
              <a:t>Step 2:</a:t>
            </a:r>
            <a:r>
              <a:rPr lang="en-US" sz="1900" b="0" i="0" dirty="0">
                <a:solidFill>
                  <a:srgbClr val="606C71"/>
                </a:solidFill>
                <a:effectLst/>
              </a:rPr>
              <a:t> Estimation of significance:</a:t>
            </a:r>
          </a:p>
          <a:p>
            <a:pPr algn="l"/>
            <a:r>
              <a:rPr lang="en-US" sz="1900" b="0" i="0" dirty="0">
                <a:solidFill>
                  <a:srgbClr val="606C71"/>
                </a:solidFill>
                <a:effectLst/>
              </a:rPr>
              <a:t>The significance of the enrichment score is determined using permutation testing, which performs rearrangements of the data points to determine the likelihood of generating an enrichment score as large as the enrichment score calculated from the observed data</a:t>
            </a:r>
          </a:p>
          <a:p>
            <a:pPr marL="0" indent="0" algn="l">
              <a:buNone/>
            </a:pPr>
            <a:endParaRPr lang="en-US" sz="1900" b="0" i="0" dirty="0">
              <a:solidFill>
                <a:srgbClr val="606C71"/>
              </a:solidFill>
              <a:effectLst/>
            </a:endParaRPr>
          </a:p>
          <a:p>
            <a:pPr algn="l">
              <a:buNone/>
            </a:pPr>
            <a:r>
              <a:rPr lang="en-US" sz="1900" b="1" i="0" dirty="0">
                <a:solidFill>
                  <a:srgbClr val="606C71"/>
                </a:solidFill>
                <a:effectLst/>
              </a:rPr>
              <a:t>Step 3:</a:t>
            </a:r>
            <a:r>
              <a:rPr lang="en-US" sz="1900" b="0" i="0" dirty="0">
                <a:solidFill>
                  <a:srgbClr val="606C71"/>
                </a:solidFill>
                <a:effectLst/>
              </a:rPr>
              <a:t> Adjust for multiple test correction</a:t>
            </a:r>
          </a:p>
          <a:p>
            <a:pPr algn="l">
              <a:buNone/>
            </a:pPr>
            <a:r>
              <a:rPr lang="en-US" sz="1900" b="0" i="0" dirty="0">
                <a:solidFill>
                  <a:srgbClr val="606C71"/>
                </a:solidFill>
                <a:effectLst/>
              </a:rPr>
              <a:t>After all gene sets are tested, the enrichment scores are normalized for the size of the gene set, then the p-values are corrected for multiple testing.</a:t>
            </a:r>
          </a:p>
          <a:p>
            <a:pPr algn="l"/>
            <a:r>
              <a:rPr lang="en-US" sz="1900" b="0" i="0" dirty="0">
                <a:solidFill>
                  <a:srgbClr val="606C71"/>
                </a:solidFill>
                <a:effectLst/>
              </a:rPr>
              <a:t>The GSEA output will yield the core genes in the gene sets that most highly contribute to the enrichment score. The genes output are generally the genes at or before the running sum reaches its maximum value (</a:t>
            </a:r>
            <a:r>
              <a:rPr lang="en-US" sz="1900" b="0" i="0" dirty="0" err="1">
                <a:solidFill>
                  <a:srgbClr val="606C71"/>
                </a:solidFill>
                <a:effectLst/>
              </a:rPr>
              <a:t>eg.</a:t>
            </a:r>
            <a:r>
              <a:rPr lang="en-US" sz="1900" b="0" i="0" dirty="0">
                <a:solidFill>
                  <a:srgbClr val="606C71"/>
                </a:solidFill>
                <a:effectLst/>
              </a:rPr>
              <a:t> the most influential genes driving the differences between conditions for that gene set).</a:t>
            </a:r>
          </a:p>
          <a:p>
            <a:pPr marL="0" indent="0" algn="l">
              <a:buNone/>
            </a:pPr>
            <a:endParaRPr lang="en-US" sz="1800" b="0" i="0" dirty="0">
              <a:solidFill>
                <a:srgbClr val="606C71"/>
              </a:solidFill>
              <a:effectLst/>
            </a:endParaRPr>
          </a:p>
          <a:p>
            <a:pPr algn="l"/>
            <a:endParaRPr lang="en-US" sz="1800" b="0" i="0" dirty="0">
              <a:solidFill>
                <a:srgbClr val="606C71"/>
              </a:solidFill>
              <a:effectLst/>
            </a:endParaRPr>
          </a:p>
          <a:p>
            <a:endParaRPr lang="en-US" dirty="0"/>
          </a:p>
        </p:txBody>
      </p:sp>
    </p:spTree>
    <p:extLst>
      <p:ext uri="{BB962C8B-B14F-4D97-AF65-F5344CB8AC3E}">
        <p14:creationId xmlns:p14="http://schemas.microsoft.com/office/powerpoint/2010/main" val="3173477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E35A3-F642-FEEF-B5F7-222AC7532766}"/>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B5CB754-09B2-51C8-D12B-EE342624835F}"/>
              </a:ext>
            </a:extLst>
          </p:cNvPr>
          <p:cNvSpPr>
            <a:spLocks noGrp="1"/>
          </p:cNvSpPr>
          <p:nvPr>
            <p:ph idx="1"/>
          </p:nvPr>
        </p:nvSpPr>
        <p:spPr/>
        <p:txBody>
          <a:bodyPr/>
          <a:lstStyle/>
          <a:p>
            <a:endParaRPr lang="en-US"/>
          </a:p>
        </p:txBody>
      </p:sp>
      <p:pic>
        <p:nvPicPr>
          <p:cNvPr id="1026" name="Picture 2" descr="topErnichedTerm">
            <a:extLst>
              <a:ext uri="{FF2B5EF4-FFF2-40B4-BE49-F238E27FC236}">
                <a16:creationId xmlns:a16="http://schemas.microsoft.com/office/drawing/2014/main" id="{F894EC25-BCCB-AD15-BBA5-DB03186BA7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6785" y="159172"/>
            <a:ext cx="11055350" cy="65396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91895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EB6ED-2190-5281-CDF4-83E310CFD05D}"/>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CA51268C-5482-7AF9-040D-44B593E07B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38949" y="0"/>
            <a:ext cx="9416732" cy="66765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202812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B51C36BA-EA44-1242-E6B2-8B10DF47AE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4313"/>
            <a:ext cx="12192000" cy="64293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67BCC8BF-6162-D892-BA90-D7BB50C9F41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95AAE79-98FB-B25F-7CB0-13DDBF012756}"/>
              </a:ext>
            </a:extLst>
          </p:cNvPr>
          <p:cNvSpPr txBox="1"/>
          <p:nvPr/>
        </p:nvSpPr>
        <p:spPr>
          <a:xfrm>
            <a:off x="4588136" y="6459021"/>
            <a:ext cx="6099586" cy="369332"/>
          </a:xfrm>
          <a:prstGeom prst="rect">
            <a:avLst/>
          </a:prstGeom>
          <a:noFill/>
        </p:spPr>
        <p:txBody>
          <a:bodyPr wrap="square">
            <a:spAutoFit/>
          </a:bodyPr>
          <a:lstStyle/>
          <a:p>
            <a:r>
              <a:rPr lang="en-US" dirty="0"/>
              <a:t>https://</a:t>
            </a:r>
            <a:r>
              <a:rPr lang="en-US" dirty="0" err="1"/>
              <a:t>biostatsquid.com</a:t>
            </a:r>
            <a:r>
              <a:rPr lang="en-US" dirty="0"/>
              <a:t>/gene-set-enrichment-analysis/</a:t>
            </a:r>
          </a:p>
        </p:txBody>
      </p:sp>
    </p:spTree>
    <p:extLst>
      <p:ext uri="{BB962C8B-B14F-4D97-AF65-F5344CB8AC3E}">
        <p14:creationId xmlns:p14="http://schemas.microsoft.com/office/powerpoint/2010/main" val="27273061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BDA3F3D8-539C-0436-DBDB-EA5B8397F0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0C2FEF7-3CC0-7C2D-C15C-71DB5F7F625E}"/>
              </a:ext>
            </a:extLst>
          </p:cNvPr>
          <p:cNvSpPr txBox="1"/>
          <p:nvPr/>
        </p:nvSpPr>
        <p:spPr>
          <a:xfrm>
            <a:off x="4695713" y="6488668"/>
            <a:ext cx="6099586" cy="369332"/>
          </a:xfrm>
          <a:prstGeom prst="rect">
            <a:avLst/>
          </a:prstGeom>
          <a:noFill/>
        </p:spPr>
        <p:txBody>
          <a:bodyPr wrap="square">
            <a:spAutoFit/>
          </a:bodyPr>
          <a:lstStyle/>
          <a:p>
            <a:r>
              <a:rPr lang="en-US" dirty="0"/>
              <a:t>https://</a:t>
            </a:r>
            <a:r>
              <a:rPr lang="en-US" dirty="0" err="1"/>
              <a:t>biostatsquid.com</a:t>
            </a:r>
            <a:r>
              <a:rPr lang="en-US" dirty="0"/>
              <a:t>/gene-set-enrichment-analysis/</a:t>
            </a:r>
          </a:p>
        </p:txBody>
      </p:sp>
    </p:spTree>
    <p:extLst>
      <p:ext uri="{BB962C8B-B14F-4D97-AF65-F5344CB8AC3E}">
        <p14:creationId xmlns:p14="http://schemas.microsoft.com/office/powerpoint/2010/main" val="4546447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0E943-8048-01DD-4862-236CF8F57B0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3CDE727B-AF40-534A-CD2C-3E63C63E69C5}"/>
              </a:ext>
            </a:extLst>
          </p:cNvPr>
          <p:cNvSpPr>
            <a:spLocks noGrp="1"/>
          </p:cNvSpPr>
          <p:nvPr>
            <p:ph idx="1"/>
          </p:nvPr>
        </p:nvSpPr>
        <p:spPr/>
        <p:txBody>
          <a:bodyPr/>
          <a:lstStyle/>
          <a:p>
            <a:endParaRPr lang="en-US"/>
          </a:p>
        </p:txBody>
      </p:sp>
      <p:pic>
        <p:nvPicPr>
          <p:cNvPr id="9218" name="Picture 2">
            <a:extLst>
              <a:ext uri="{FF2B5EF4-FFF2-40B4-BE49-F238E27FC236}">
                <a16:creationId xmlns:a16="http://schemas.microsoft.com/office/drawing/2014/main" id="{BB412828-914C-FB6A-B6BB-541B3BBE36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1913"/>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0E7B533-66D8-2384-FE33-F0A1C2334C0B}"/>
              </a:ext>
            </a:extLst>
          </p:cNvPr>
          <p:cNvSpPr txBox="1"/>
          <p:nvPr/>
        </p:nvSpPr>
        <p:spPr>
          <a:xfrm>
            <a:off x="6352391" y="112991"/>
            <a:ext cx="6099586" cy="369332"/>
          </a:xfrm>
          <a:prstGeom prst="rect">
            <a:avLst/>
          </a:prstGeom>
          <a:noFill/>
        </p:spPr>
        <p:txBody>
          <a:bodyPr wrap="square">
            <a:spAutoFit/>
          </a:bodyPr>
          <a:lstStyle/>
          <a:p>
            <a:r>
              <a:rPr lang="en-US" dirty="0"/>
              <a:t>https://</a:t>
            </a:r>
            <a:r>
              <a:rPr lang="en-US" dirty="0" err="1"/>
              <a:t>biostatsquid.com</a:t>
            </a:r>
            <a:r>
              <a:rPr lang="en-US" dirty="0"/>
              <a:t>/gene-set-enrichment-analysis/</a:t>
            </a:r>
          </a:p>
        </p:txBody>
      </p:sp>
    </p:spTree>
    <p:extLst>
      <p:ext uri="{BB962C8B-B14F-4D97-AF65-F5344CB8AC3E}">
        <p14:creationId xmlns:p14="http://schemas.microsoft.com/office/powerpoint/2010/main" val="3146081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74F7C3-FEF6-5884-3C34-F8B56B98838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6707EDF-BD75-5205-C4B5-0B06799502A3}"/>
              </a:ext>
            </a:extLst>
          </p:cNvPr>
          <p:cNvSpPr>
            <a:spLocks noGrp="1"/>
          </p:cNvSpPr>
          <p:nvPr>
            <p:ph idx="1"/>
          </p:nvPr>
        </p:nvSpPr>
        <p:spPr/>
        <p:txBody>
          <a:bodyPr/>
          <a:lstStyle/>
          <a:p>
            <a:endParaRPr lang="en-US"/>
          </a:p>
        </p:txBody>
      </p:sp>
      <p:pic>
        <p:nvPicPr>
          <p:cNvPr id="10242" name="Picture 2">
            <a:extLst>
              <a:ext uri="{FF2B5EF4-FFF2-40B4-BE49-F238E27FC236}">
                <a16:creationId xmlns:a16="http://schemas.microsoft.com/office/drawing/2014/main" id="{4C02BEDA-A0AA-3A5F-F427-C60F7C34CD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4543599-277D-CE13-0F25-9882563511B9}"/>
              </a:ext>
            </a:extLst>
          </p:cNvPr>
          <p:cNvSpPr txBox="1"/>
          <p:nvPr/>
        </p:nvSpPr>
        <p:spPr>
          <a:xfrm>
            <a:off x="6096000" y="230188"/>
            <a:ext cx="6099586" cy="369332"/>
          </a:xfrm>
          <a:prstGeom prst="rect">
            <a:avLst/>
          </a:prstGeom>
          <a:noFill/>
        </p:spPr>
        <p:txBody>
          <a:bodyPr wrap="square">
            <a:spAutoFit/>
          </a:bodyPr>
          <a:lstStyle/>
          <a:p>
            <a:r>
              <a:rPr lang="en-US" dirty="0"/>
              <a:t>https://</a:t>
            </a:r>
            <a:r>
              <a:rPr lang="en-US" dirty="0" err="1"/>
              <a:t>biostatsquid.com</a:t>
            </a:r>
            <a:r>
              <a:rPr lang="en-US" dirty="0"/>
              <a:t>/gene-set-enrichment-analysis/</a:t>
            </a:r>
          </a:p>
        </p:txBody>
      </p:sp>
    </p:spTree>
    <p:extLst>
      <p:ext uri="{BB962C8B-B14F-4D97-AF65-F5344CB8AC3E}">
        <p14:creationId xmlns:p14="http://schemas.microsoft.com/office/powerpoint/2010/main" val="143455824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chematic&#10;&#10;AI-generated content may be incorrect.">
            <a:extLst>
              <a:ext uri="{FF2B5EF4-FFF2-40B4-BE49-F238E27FC236}">
                <a16:creationId xmlns:a16="http://schemas.microsoft.com/office/drawing/2014/main" id="{A517CA16-C1F6-2BFB-0D5E-6C309ACAD8B2}"/>
              </a:ext>
            </a:extLst>
          </p:cNvPr>
          <p:cNvPicPr>
            <a:picLocks noChangeAspect="1"/>
          </p:cNvPicPr>
          <p:nvPr/>
        </p:nvPicPr>
        <p:blipFill>
          <a:blip r:embed="rId2"/>
          <a:stretch>
            <a:fillRect/>
          </a:stretch>
        </p:blipFill>
        <p:spPr>
          <a:xfrm>
            <a:off x="536915" y="162116"/>
            <a:ext cx="11397867" cy="3828970"/>
          </a:xfrm>
          <a:prstGeom prst="rect">
            <a:avLst/>
          </a:prstGeom>
        </p:spPr>
      </p:pic>
      <p:sp>
        <p:nvSpPr>
          <p:cNvPr id="8" name="TextBox 7">
            <a:extLst>
              <a:ext uri="{FF2B5EF4-FFF2-40B4-BE49-F238E27FC236}">
                <a16:creationId xmlns:a16="http://schemas.microsoft.com/office/drawing/2014/main" id="{16E83B32-1028-880E-D613-613554CA035D}"/>
              </a:ext>
            </a:extLst>
          </p:cNvPr>
          <p:cNvSpPr txBox="1"/>
          <p:nvPr/>
        </p:nvSpPr>
        <p:spPr>
          <a:xfrm>
            <a:off x="630069" y="3991086"/>
            <a:ext cx="11211560" cy="2031325"/>
          </a:xfrm>
          <a:prstGeom prst="rect">
            <a:avLst/>
          </a:prstGeom>
          <a:noFill/>
        </p:spPr>
        <p:txBody>
          <a:bodyPr wrap="square">
            <a:spAutoFit/>
          </a:bodyPr>
          <a:lstStyle/>
          <a:p>
            <a:r>
              <a:rPr lang="en-US" b="0" i="1" dirty="0">
                <a:solidFill>
                  <a:srgbClr val="666666"/>
                </a:solidFill>
                <a:effectLst/>
                <a:latin typeface="Open Sans" panose="020B0606030504020204" pitchFamily="34" charset="0"/>
              </a:rPr>
              <a:t>r. The distribution of three gene sets, from the C2 functional collection, in the list of genes in the male/female lymphoblastoid cell line example ranked by their correlation with gender: S1, a set of chromosome X inactivation genes; S2, a pathway describing vitamin c import into neurons; S3, related to chemokine receptors expressed by T helper cells. Shown are plots of the running sum for the three gene sets: S1 is significantly enriched in females as expected, S2 is randomly distributed and scores poorly, and S3 is not enriched at the top of the list but is nonrandom, so it scores well. Arrows show the location of the maximum enrichment score and the point where the correlation (signal-to-noise ratio) crosses zero. </a:t>
            </a:r>
            <a:endParaRPr lang="en-US" dirty="0"/>
          </a:p>
        </p:txBody>
      </p:sp>
    </p:spTree>
    <p:extLst>
      <p:ext uri="{BB962C8B-B14F-4D97-AF65-F5344CB8AC3E}">
        <p14:creationId xmlns:p14="http://schemas.microsoft.com/office/powerpoint/2010/main" val="30637546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70" name="Picture 6">
            <a:extLst>
              <a:ext uri="{FF2B5EF4-FFF2-40B4-BE49-F238E27FC236}">
                <a16:creationId xmlns:a16="http://schemas.microsoft.com/office/drawing/2014/main" id="{74CF98BF-F367-ED18-B308-69B6AF0BF1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79699"/>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0397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4155EC8A-EB44-76D9-DBD1-C68346415A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413" y="194309"/>
            <a:ext cx="5264467" cy="6098819"/>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4C02FB16-4F55-2A85-83D5-80FD86F224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69576" y="343355"/>
            <a:ext cx="6422424" cy="5800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12724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075EF5AD-D805-BDE3-C078-B52C7BE5E7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0558" y="646688"/>
            <a:ext cx="5757275" cy="574929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98F011FF-36C8-694C-14CE-365575C753B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47689" y="1120140"/>
            <a:ext cx="6344311" cy="485775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EE698D47-EBC2-4453-9EAC-5153B1C4F1D5}"/>
              </a:ext>
            </a:extLst>
          </p:cNvPr>
          <p:cNvSpPr txBox="1"/>
          <p:nvPr/>
        </p:nvSpPr>
        <p:spPr>
          <a:xfrm>
            <a:off x="320040" y="185023"/>
            <a:ext cx="1626151" cy="461665"/>
          </a:xfrm>
          <a:prstGeom prst="rect">
            <a:avLst/>
          </a:prstGeom>
          <a:noFill/>
        </p:spPr>
        <p:txBody>
          <a:bodyPr wrap="none" rtlCol="0">
            <a:spAutoFit/>
          </a:bodyPr>
          <a:lstStyle/>
          <a:p>
            <a:r>
              <a:rPr lang="en-US" sz="2400" dirty="0" err="1"/>
              <a:t>Emapplots</a:t>
            </a:r>
            <a:endParaRPr lang="en-US" sz="2400" dirty="0"/>
          </a:p>
        </p:txBody>
      </p:sp>
    </p:spTree>
    <p:extLst>
      <p:ext uri="{BB962C8B-B14F-4D97-AF65-F5344CB8AC3E}">
        <p14:creationId xmlns:p14="http://schemas.microsoft.com/office/powerpoint/2010/main" val="301648065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6489F8-1F84-EA85-80C2-09AF3623BF77}"/>
              </a:ext>
            </a:extLst>
          </p:cNvPr>
          <p:cNvSpPr>
            <a:spLocks noGrp="1"/>
          </p:cNvSpPr>
          <p:nvPr>
            <p:ph type="title"/>
          </p:nvPr>
        </p:nvSpPr>
        <p:spPr/>
        <p:txBody>
          <a:bodyPr/>
          <a:lstStyle/>
          <a:p>
            <a:r>
              <a:rPr lang="en-US" dirty="0"/>
              <a:t>Really depends on the size of your data and plotting parameters</a:t>
            </a:r>
          </a:p>
        </p:txBody>
      </p:sp>
      <p:pic>
        <p:nvPicPr>
          <p:cNvPr id="8194" name="Picture 2" descr="weight edge widths in emapplot · Issue #142 · YuLab-SMU/enrichplot · GitHub">
            <a:extLst>
              <a:ext uri="{FF2B5EF4-FFF2-40B4-BE49-F238E27FC236}">
                <a16:creationId xmlns:a16="http://schemas.microsoft.com/office/drawing/2014/main" id="{76A3009A-61BB-9881-0E2A-918AF44AC5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8150" y="2423160"/>
            <a:ext cx="5014838" cy="3040380"/>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a:extLst>
              <a:ext uri="{FF2B5EF4-FFF2-40B4-BE49-F238E27FC236}">
                <a16:creationId xmlns:a16="http://schemas.microsoft.com/office/drawing/2014/main" id="{35AEF221-CA22-2AE6-D727-ED55688DE2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37250" y="1565910"/>
            <a:ext cx="5965190" cy="42608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05759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a:extLst>
              <a:ext uri="{FF2B5EF4-FFF2-40B4-BE49-F238E27FC236}">
                <a16:creationId xmlns:a16="http://schemas.microsoft.com/office/drawing/2014/main" id="{68AF0037-6E95-ABD1-DABD-48EFAC9E12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090" y="0"/>
            <a:ext cx="535781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D9DB7CBB-D846-BABA-F827-7272DEFF2E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89597" y="724555"/>
            <a:ext cx="6202403" cy="563499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4766AD5-9D18-EE48-665E-5D651E982375}"/>
              </a:ext>
            </a:extLst>
          </p:cNvPr>
          <p:cNvSpPr txBox="1"/>
          <p:nvPr/>
        </p:nvSpPr>
        <p:spPr>
          <a:xfrm>
            <a:off x="251460" y="262890"/>
            <a:ext cx="1499513" cy="461665"/>
          </a:xfrm>
          <a:prstGeom prst="rect">
            <a:avLst/>
          </a:prstGeom>
          <a:noFill/>
        </p:spPr>
        <p:txBody>
          <a:bodyPr wrap="none" rtlCol="0">
            <a:spAutoFit/>
          </a:bodyPr>
          <a:lstStyle/>
          <a:p>
            <a:r>
              <a:rPr lang="en-US" sz="2400" dirty="0" err="1"/>
              <a:t>Cnetplots</a:t>
            </a:r>
            <a:endParaRPr lang="en-US" sz="2400" dirty="0"/>
          </a:p>
        </p:txBody>
      </p:sp>
    </p:spTree>
    <p:extLst>
      <p:ext uri="{BB962C8B-B14F-4D97-AF65-F5344CB8AC3E}">
        <p14:creationId xmlns:p14="http://schemas.microsoft.com/office/powerpoint/2010/main" val="22769052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55376-7F90-76C2-34D2-2A90313FC968}"/>
              </a:ext>
            </a:extLst>
          </p:cNvPr>
          <p:cNvSpPr>
            <a:spLocks noGrp="1"/>
          </p:cNvSpPr>
          <p:nvPr>
            <p:ph type="title"/>
          </p:nvPr>
        </p:nvSpPr>
        <p:spPr/>
        <p:txBody>
          <a:bodyPr/>
          <a:lstStyle/>
          <a:p>
            <a:r>
              <a:rPr lang="en-US" dirty="0"/>
              <a:t>More useful </a:t>
            </a:r>
            <a:r>
              <a:rPr lang="en-US" dirty="0" err="1"/>
              <a:t>cnetplots</a:t>
            </a:r>
            <a:endParaRPr lang="en-US" dirty="0"/>
          </a:p>
        </p:txBody>
      </p:sp>
      <p:pic>
        <p:nvPicPr>
          <p:cNvPr id="7170" name="Picture 2" descr="cnet plot">
            <a:extLst>
              <a:ext uri="{FF2B5EF4-FFF2-40B4-BE49-F238E27FC236}">
                <a16:creationId xmlns:a16="http://schemas.microsoft.com/office/drawing/2014/main" id="{D88F00DF-D550-64A5-3ECE-6E41750590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690688"/>
            <a:ext cx="7093850" cy="4400550"/>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EB46A857-0D69-C992-3E21-2281FB7D6C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00420" y="1365064"/>
            <a:ext cx="5967995" cy="45785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91860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31E8E8DFAE0B34F80F1CD75B77D6260" ma:contentTypeVersion="4" ma:contentTypeDescription="Create a new document." ma:contentTypeScope="" ma:versionID="35bb30a279d979515c930ca829ede7d8">
  <xsd:schema xmlns:xsd="http://www.w3.org/2001/XMLSchema" xmlns:xs="http://www.w3.org/2001/XMLSchema" xmlns:p="http://schemas.microsoft.com/office/2006/metadata/properties" xmlns:ns2="c7cc936d-3c10-447c-ab51-9b3afe1ae4cc" targetNamespace="http://schemas.microsoft.com/office/2006/metadata/properties" ma:root="true" ma:fieldsID="bfbc9665ba89c683eeef3320b8250cbb" ns2:_="">
    <xsd:import namespace="c7cc936d-3c10-447c-ab51-9b3afe1ae4c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7cc936d-3c10-447c-ab51-9b3afe1ae4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93BFFF8-7E2E-4F8B-8FBB-F12D1DD46D0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7cc936d-3c10-447c-ab51-9b3afe1ae4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179B606-3F72-4C1A-8189-C0D3A27AC9C3}">
  <ds:schemaRefs>
    <ds:schemaRef ds:uri="http://schemas.microsoft.com/sharepoint/v3/contenttype/forms"/>
  </ds:schemaRefs>
</ds:datastoreItem>
</file>

<file path=customXml/itemProps3.xml><?xml version="1.0" encoding="utf-8"?>
<ds:datastoreItem xmlns:ds="http://schemas.openxmlformats.org/officeDocument/2006/customXml" ds:itemID="{1F29195F-D41C-4C3A-8BC6-91BBDC4B0929}">
  <ds:schemaRefs>
    <ds:schemaRef ds:uri="http://purl.org/dc/elements/1.1/"/>
    <ds:schemaRef ds:uri="http://schemas.microsoft.com/office/2006/documentManagement/types"/>
    <ds:schemaRef ds:uri="http://purl.org/dc/terms/"/>
    <ds:schemaRef ds:uri="http://schemas.microsoft.com/office/infopath/2007/PartnerControls"/>
    <ds:schemaRef ds:uri="http://purl.org/dc/dcmitype/"/>
    <ds:schemaRef ds:uri="c7cc936d-3c10-447c-ab51-9b3afe1ae4cc"/>
    <ds:schemaRef ds:uri="http://schemas.openxmlformats.org/package/2006/metadata/core-properties"/>
    <ds:schemaRef ds:uri="http://schemas.microsoft.com/office/2006/metadata/properties"/>
    <ds:schemaRef ds:uri="http://www.w3.org/XML/1998/namespace"/>
  </ds:schemaRefs>
</ds:datastoreItem>
</file>

<file path=docMetadata/LabelInfo.xml><?xml version="1.0" encoding="utf-8"?>
<clbl:labelList xmlns:clbl="http://schemas.microsoft.com/office/2020/mipLabelMetadata">
  <clbl:label id="{14b77578-9773-42d5-8507-251ca2dc2b06}" enabled="0" method="" siteId="{14b77578-9773-42d5-8507-251ca2dc2b06}" removed="1"/>
</clbl:labelList>
</file>

<file path=docProps/app.xml><?xml version="1.0" encoding="utf-8"?>
<Properties xmlns="http://schemas.openxmlformats.org/officeDocument/2006/extended-properties" xmlns:vt="http://schemas.openxmlformats.org/officeDocument/2006/docPropsVTypes">
  <TotalTime>1508</TotalTime>
  <Words>1544</Words>
  <Application>Microsoft Macintosh PowerPoint</Application>
  <PresentationFormat>Widescreen</PresentationFormat>
  <Paragraphs>184</Paragraphs>
  <Slides>35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35</vt:i4>
      </vt:variant>
    </vt:vector>
  </HeadingPairs>
  <TitlesOfParts>
    <vt:vector size="43" baseType="lpstr">
      <vt:lpstr>-apple-system</vt:lpstr>
      <vt:lpstr>Aptos</vt:lpstr>
      <vt:lpstr>Aptos Display</vt:lpstr>
      <vt:lpstr>Arial</vt:lpstr>
      <vt:lpstr>Consolas</vt:lpstr>
      <vt:lpstr>Helvetica Neue</vt:lpstr>
      <vt:lpstr>Open Sans</vt:lpstr>
      <vt:lpstr>Office Theme</vt:lpstr>
      <vt:lpstr>PowerPoint Presentation</vt:lpstr>
      <vt:lpstr>PowerPoint Presentation</vt:lpstr>
      <vt:lpstr>PowerPoint Presentation</vt:lpstr>
      <vt:lpstr>Now we have a bunch of DE genes</vt:lpstr>
      <vt:lpstr>So, we have a list of thousands of differentially expressed genes…</vt:lpstr>
      <vt:lpstr>MA plots, for example</vt:lpstr>
      <vt:lpstr>What about the rest of the genes?</vt:lpstr>
      <vt:lpstr>PowerPoint Presentation</vt:lpstr>
      <vt:lpstr>Overrepresentation Analysis</vt:lpstr>
      <vt:lpstr>PowerPoint Presentation</vt:lpstr>
      <vt:lpstr>PowerPoint Presentation</vt:lpstr>
      <vt:lpstr>GO Terms</vt:lpstr>
      <vt:lpstr>GO Terms are Hierarchical</vt:lpstr>
      <vt:lpstr>Caveats to ORA and other approaches </vt:lpstr>
      <vt:lpstr>PowerPoint Presentation</vt:lpstr>
      <vt:lpstr>Week 9: Day 1 – Gene Set Enrichment</vt:lpstr>
      <vt:lpstr>PowerPoint Presentation</vt:lpstr>
      <vt:lpstr>PowerPoint Presentation</vt:lpstr>
      <vt:lpstr>How does GSEA work?</vt:lpstr>
      <vt:lpstr>PowerPoint Presentation</vt:lpstr>
      <vt:lpstr>PowerPoint Presentation</vt:lpstr>
      <vt:lpstr>How does GSEA work?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Really depends on the size of your data and plotting parameters</vt:lpstr>
      <vt:lpstr>PowerPoint Presentation</vt:lpstr>
      <vt:lpstr>More useful cnetplots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Chang, Sally (NIH/NICHD) [C]</dc:creator>
  <cp:lastModifiedBy>Chang, Elizabeth (NIH/NICHD) [C]</cp:lastModifiedBy>
  <cp:revision>1</cp:revision>
  <dcterms:created xsi:type="dcterms:W3CDTF">2025-03-20T14:23:14Z</dcterms:created>
  <dcterms:modified xsi:type="dcterms:W3CDTF">2025-03-25T13:15:51Z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0x010100731E8E8DFAE0B34F80F1CD75B77D6260</vt:lpwstr>
  </property>
</Properties>
</file>