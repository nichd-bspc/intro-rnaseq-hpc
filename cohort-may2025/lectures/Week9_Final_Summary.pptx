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495" r:id="rId5"/>
    <p:sldId id="498" r:id="rId6"/>
    <p:sldId id="500" r:id="rId7"/>
    <p:sldId id="499" r:id="rId8"/>
    <p:sldId id="462" r:id="rId9"/>
    <p:sldId id="501" r:id="rId10"/>
    <p:sldId id="502" r:id="rId11"/>
    <p:sldId id="503" r:id="rId12"/>
    <p:sldId id="504" r:id="rId13"/>
    <p:sldId id="506" r:id="rId14"/>
    <p:sldId id="507" r:id="rId15"/>
    <p:sldId id="508" r:id="rId16"/>
    <p:sldId id="509" r:id="rId17"/>
    <p:sldId id="510" r:id="rId18"/>
    <p:sldId id="511" r:id="rId19"/>
    <p:sldId id="512" r:id="rId20"/>
    <p:sldId id="513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0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B3D24-F7AD-7644-8161-9507ED1E6972}" v="104" dt="2025-03-28T14:47:43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31"/>
    <p:restoredTop sz="96301"/>
  </p:normalViewPr>
  <p:slideViewPr>
    <p:cSldViewPr snapToGrid="0">
      <p:cViewPr>
        <p:scale>
          <a:sx n="171" d="100"/>
          <a:sy n="171" d="100"/>
        </p:scale>
        <p:origin x="360" y="-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g, Elizabeth (NIH/NICHD) [C]" userId="c66ff436-0762-43e7-9e4d-03b1eca9c9f2" providerId="ADAL" clId="{EE9B3D24-F7AD-7644-8161-9507ED1E6972}"/>
    <pc:docChg chg="undo custSel addSld delSld modSld">
      <pc:chgData name="Chang, Elizabeth (NIH/NICHD) [C]" userId="c66ff436-0762-43e7-9e4d-03b1eca9c9f2" providerId="ADAL" clId="{EE9B3D24-F7AD-7644-8161-9507ED1E6972}" dt="2025-03-28T15:16:59.540" v="2773" actId="14100"/>
      <pc:docMkLst>
        <pc:docMk/>
      </pc:docMkLst>
      <pc:sldChg chg="addSp delSp modSp mod setBg">
        <pc:chgData name="Chang, Elizabeth (NIH/NICHD) [C]" userId="c66ff436-0762-43e7-9e4d-03b1eca9c9f2" providerId="ADAL" clId="{EE9B3D24-F7AD-7644-8161-9507ED1E6972}" dt="2025-03-28T13:52:53.274" v="2658" actId="26606"/>
        <pc:sldMkLst>
          <pc:docMk/>
          <pc:sldMk cId="4006024609" sldId="495"/>
        </pc:sldMkLst>
        <pc:spChg chg="add del">
          <ac:chgData name="Chang, Elizabeth (NIH/NICHD) [C]" userId="c66ff436-0762-43e7-9e4d-03b1eca9c9f2" providerId="ADAL" clId="{EE9B3D24-F7AD-7644-8161-9507ED1E6972}" dt="2025-03-28T13:52:53.274" v="2658" actId="26606"/>
          <ac:spMkLst>
            <pc:docMk/>
            <pc:sldMk cId="4006024609" sldId="495"/>
            <ac:spMk id="1031" creationId="{5F9CFCE6-877F-4858-B8BD-2C52CA8AFBC4}"/>
          </ac:spMkLst>
        </pc:spChg>
        <pc:spChg chg="add del">
          <ac:chgData name="Chang, Elizabeth (NIH/NICHD) [C]" userId="c66ff436-0762-43e7-9e4d-03b1eca9c9f2" providerId="ADAL" clId="{EE9B3D24-F7AD-7644-8161-9507ED1E6972}" dt="2025-03-28T13:52:53.274" v="2658" actId="26606"/>
          <ac:spMkLst>
            <pc:docMk/>
            <pc:sldMk cId="4006024609" sldId="495"/>
            <ac:spMk id="1033" creationId="{8213F8A0-12AE-4514-8372-0DD766EC28EE}"/>
          </ac:spMkLst>
        </pc:spChg>
        <pc:spChg chg="add del">
          <ac:chgData name="Chang, Elizabeth (NIH/NICHD) [C]" userId="c66ff436-0762-43e7-9e4d-03b1eca9c9f2" providerId="ADAL" clId="{EE9B3D24-F7AD-7644-8161-9507ED1E6972}" dt="2025-03-28T13:52:53.274" v="2658" actId="26606"/>
          <ac:spMkLst>
            <pc:docMk/>
            <pc:sldMk cId="4006024609" sldId="495"/>
            <ac:spMk id="1035" creationId="{9EFF17D4-9A8C-4CE5-B096-D8CCD4400437}"/>
          </ac:spMkLst>
        </pc:spChg>
        <pc:picChg chg="mod">
          <ac:chgData name="Chang, Elizabeth (NIH/NICHD) [C]" userId="c66ff436-0762-43e7-9e4d-03b1eca9c9f2" providerId="ADAL" clId="{EE9B3D24-F7AD-7644-8161-9507ED1E6972}" dt="2025-03-28T13:52:53.274" v="2658" actId="26606"/>
          <ac:picMkLst>
            <pc:docMk/>
            <pc:sldMk cId="4006024609" sldId="495"/>
            <ac:picMk id="3" creationId="{3DC698FF-EEFF-BA5A-6428-F3BEDD5C910B}"/>
          </ac:picMkLst>
        </pc:picChg>
        <pc:picChg chg="mod">
          <ac:chgData name="Chang, Elizabeth (NIH/NICHD) [C]" userId="c66ff436-0762-43e7-9e4d-03b1eca9c9f2" providerId="ADAL" clId="{EE9B3D24-F7AD-7644-8161-9507ED1E6972}" dt="2025-03-28T13:52:53.274" v="2658" actId="26606"/>
          <ac:picMkLst>
            <pc:docMk/>
            <pc:sldMk cId="4006024609" sldId="495"/>
            <ac:picMk id="1026" creationId="{9030AA1B-53C8-D434-1C0D-93CE731729E4}"/>
          </ac:picMkLst>
        </pc:picChg>
      </pc:sldChg>
      <pc:sldChg chg="delSp mod">
        <pc:chgData name="Chang, Elizabeth (NIH/NICHD) [C]" userId="c66ff436-0762-43e7-9e4d-03b1eca9c9f2" providerId="ADAL" clId="{EE9B3D24-F7AD-7644-8161-9507ED1E6972}" dt="2025-03-28T13:47:22.973" v="2655" actId="478"/>
        <pc:sldMkLst>
          <pc:docMk/>
          <pc:sldMk cId="2588871979" sldId="499"/>
        </pc:sldMkLst>
        <pc:spChg chg="del">
          <ac:chgData name="Chang, Elizabeth (NIH/NICHD) [C]" userId="c66ff436-0762-43e7-9e4d-03b1eca9c9f2" providerId="ADAL" clId="{EE9B3D24-F7AD-7644-8161-9507ED1E6972}" dt="2025-03-28T13:47:22.973" v="2655" actId="478"/>
          <ac:spMkLst>
            <pc:docMk/>
            <pc:sldMk cId="2588871979" sldId="499"/>
            <ac:spMk id="4" creationId="{D2D80D9E-C8D1-1003-5542-007463C294F8}"/>
          </ac:spMkLst>
        </pc:spChg>
      </pc:sldChg>
      <pc:sldChg chg="modSp mod">
        <pc:chgData name="Chang, Elizabeth (NIH/NICHD) [C]" userId="c66ff436-0762-43e7-9e4d-03b1eca9c9f2" providerId="ADAL" clId="{EE9B3D24-F7AD-7644-8161-9507ED1E6972}" dt="2025-03-28T13:12:32.975" v="2412" actId="20577"/>
        <pc:sldMkLst>
          <pc:docMk/>
          <pc:sldMk cId="605952525" sldId="505"/>
        </pc:sldMkLst>
        <pc:spChg chg="mod">
          <ac:chgData name="Chang, Elizabeth (NIH/NICHD) [C]" userId="c66ff436-0762-43e7-9e4d-03b1eca9c9f2" providerId="ADAL" clId="{EE9B3D24-F7AD-7644-8161-9507ED1E6972}" dt="2025-03-28T13:09:44.443" v="1911" actId="20577"/>
          <ac:spMkLst>
            <pc:docMk/>
            <pc:sldMk cId="605952525" sldId="505"/>
            <ac:spMk id="2" creationId="{2EE4D8BE-EB09-A32F-8CC3-6FCF7C00364C}"/>
          </ac:spMkLst>
        </pc:spChg>
        <pc:spChg chg="mod">
          <ac:chgData name="Chang, Elizabeth (NIH/NICHD) [C]" userId="c66ff436-0762-43e7-9e4d-03b1eca9c9f2" providerId="ADAL" clId="{EE9B3D24-F7AD-7644-8161-9507ED1E6972}" dt="2025-03-28T13:12:32.975" v="2412" actId="20577"/>
          <ac:spMkLst>
            <pc:docMk/>
            <pc:sldMk cId="605952525" sldId="505"/>
            <ac:spMk id="3" creationId="{9C0AF6C1-9DA1-6FD6-480D-9C71F87E7C66}"/>
          </ac:spMkLst>
        </pc:spChg>
      </pc:sldChg>
      <pc:sldChg chg="modSp mod">
        <pc:chgData name="Chang, Elizabeth (NIH/NICHD) [C]" userId="c66ff436-0762-43e7-9e4d-03b1eca9c9f2" providerId="ADAL" clId="{EE9B3D24-F7AD-7644-8161-9507ED1E6972}" dt="2025-03-28T14:07:25.079" v="2659" actId="20577"/>
        <pc:sldMkLst>
          <pc:docMk/>
          <pc:sldMk cId="1990994643" sldId="506"/>
        </pc:sldMkLst>
        <pc:spChg chg="mod">
          <ac:chgData name="Chang, Elizabeth (NIH/NICHD) [C]" userId="c66ff436-0762-43e7-9e4d-03b1eca9c9f2" providerId="ADAL" clId="{EE9B3D24-F7AD-7644-8161-9507ED1E6972}" dt="2025-03-28T13:47:47.818" v="2656" actId="1076"/>
          <ac:spMkLst>
            <pc:docMk/>
            <pc:sldMk cId="1990994643" sldId="506"/>
            <ac:spMk id="5" creationId="{3FCC34E8-704A-1F95-249D-D3C3E49A1DAB}"/>
          </ac:spMkLst>
        </pc:spChg>
        <pc:spChg chg="mod">
          <ac:chgData name="Chang, Elizabeth (NIH/NICHD) [C]" userId="c66ff436-0762-43e7-9e4d-03b1eca9c9f2" providerId="ADAL" clId="{EE9B3D24-F7AD-7644-8161-9507ED1E6972}" dt="2025-03-28T13:16:47.915" v="2457" actId="1076"/>
          <ac:spMkLst>
            <pc:docMk/>
            <pc:sldMk cId="1990994643" sldId="506"/>
            <ac:spMk id="6" creationId="{513D7A02-BCFA-7103-2852-862D3664FC95}"/>
          </ac:spMkLst>
        </pc:spChg>
        <pc:spChg chg="mod">
          <ac:chgData name="Chang, Elizabeth (NIH/NICHD) [C]" userId="c66ff436-0762-43e7-9e4d-03b1eca9c9f2" providerId="ADAL" clId="{EE9B3D24-F7AD-7644-8161-9507ED1E6972}" dt="2025-03-28T14:07:25.079" v="2659" actId="20577"/>
          <ac:spMkLst>
            <pc:docMk/>
            <pc:sldMk cId="1990994643" sldId="506"/>
            <ac:spMk id="11" creationId="{98115F23-E625-9ACB-0652-FD6F70665F30}"/>
          </ac:spMkLst>
        </pc:spChg>
      </pc:sldChg>
      <pc:sldChg chg="modSp mod">
        <pc:chgData name="Chang, Elizabeth (NIH/NICHD) [C]" userId="c66ff436-0762-43e7-9e4d-03b1eca9c9f2" providerId="ADAL" clId="{EE9B3D24-F7AD-7644-8161-9507ED1E6972}" dt="2025-03-27T18:54:13.084" v="414" actId="20577"/>
        <pc:sldMkLst>
          <pc:docMk/>
          <pc:sldMk cId="2622681482" sldId="507"/>
        </pc:sldMkLst>
        <pc:spChg chg="mod">
          <ac:chgData name="Chang, Elizabeth (NIH/NICHD) [C]" userId="c66ff436-0762-43e7-9e4d-03b1eca9c9f2" providerId="ADAL" clId="{EE9B3D24-F7AD-7644-8161-9507ED1E6972}" dt="2025-03-27T18:54:13.084" v="414" actId="20577"/>
          <ac:spMkLst>
            <pc:docMk/>
            <pc:sldMk cId="2622681482" sldId="507"/>
            <ac:spMk id="5" creationId="{0BBB8487-E2F8-B8F8-6403-95FC341036DB}"/>
          </ac:spMkLst>
        </pc:spChg>
      </pc:sldChg>
      <pc:sldChg chg="modSp mod">
        <pc:chgData name="Chang, Elizabeth (NIH/NICHD) [C]" userId="c66ff436-0762-43e7-9e4d-03b1eca9c9f2" providerId="ADAL" clId="{EE9B3D24-F7AD-7644-8161-9507ED1E6972}" dt="2025-03-28T14:11:18.671" v="2677" actId="1076"/>
        <pc:sldMkLst>
          <pc:docMk/>
          <pc:sldMk cId="2057343271" sldId="508"/>
        </pc:sldMkLst>
        <pc:spChg chg="mod">
          <ac:chgData name="Chang, Elizabeth (NIH/NICHD) [C]" userId="c66ff436-0762-43e7-9e4d-03b1eca9c9f2" providerId="ADAL" clId="{EE9B3D24-F7AD-7644-8161-9507ED1E6972}" dt="2025-03-28T13:17:24.169" v="2465" actId="14100"/>
          <ac:spMkLst>
            <pc:docMk/>
            <pc:sldMk cId="2057343271" sldId="508"/>
            <ac:spMk id="4" creationId="{320F3117-FC9F-4BCD-4B31-4DACC11A118B}"/>
          </ac:spMkLst>
        </pc:spChg>
        <pc:spChg chg="mod">
          <ac:chgData name="Chang, Elizabeth (NIH/NICHD) [C]" userId="c66ff436-0762-43e7-9e4d-03b1eca9c9f2" providerId="ADAL" clId="{EE9B3D24-F7AD-7644-8161-9507ED1E6972}" dt="2025-03-28T14:09:18.023" v="2675" actId="20577"/>
          <ac:spMkLst>
            <pc:docMk/>
            <pc:sldMk cId="2057343271" sldId="508"/>
            <ac:spMk id="6" creationId="{5050D188-EA32-4DC1-4182-A403049DD8A9}"/>
          </ac:spMkLst>
        </pc:spChg>
        <pc:spChg chg="mod">
          <ac:chgData name="Chang, Elizabeth (NIH/NICHD) [C]" userId="c66ff436-0762-43e7-9e4d-03b1eca9c9f2" providerId="ADAL" clId="{EE9B3D24-F7AD-7644-8161-9507ED1E6972}" dt="2025-03-28T14:11:18.671" v="2677" actId="1076"/>
          <ac:spMkLst>
            <pc:docMk/>
            <pc:sldMk cId="2057343271" sldId="508"/>
            <ac:spMk id="7" creationId="{65CF7A62-2C34-7280-5C45-0ACC618B7BF6}"/>
          </ac:spMkLst>
        </pc:spChg>
        <pc:spChg chg="mod">
          <ac:chgData name="Chang, Elizabeth (NIH/NICHD) [C]" userId="c66ff436-0762-43e7-9e4d-03b1eca9c9f2" providerId="ADAL" clId="{EE9B3D24-F7AD-7644-8161-9507ED1E6972}" dt="2025-03-28T13:17:45.781" v="2471" actId="1076"/>
          <ac:spMkLst>
            <pc:docMk/>
            <pc:sldMk cId="2057343271" sldId="508"/>
            <ac:spMk id="8" creationId="{165CB05C-D1C3-A9DB-5E10-32CF72093075}"/>
          </ac:spMkLst>
        </pc:spChg>
      </pc:sldChg>
      <pc:sldChg chg="addSp delSp modSp new mod">
        <pc:chgData name="Chang, Elizabeth (NIH/NICHD) [C]" userId="c66ff436-0762-43e7-9e4d-03b1eca9c9f2" providerId="ADAL" clId="{EE9B3D24-F7AD-7644-8161-9507ED1E6972}" dt="2025-03-27T18:28:46.209" v="211" actId="255"/>
        <pc:sldMkLst>
          <pc:docMk/>
          <pc:sldMk cId="532351615" sldId="509"/>
        </pc:sldMkLst>
        <pc:spChg chg="mod">
          <ac:chgData name="Chang, Elizabeth (NIH/NICHD) [C]" userId="c66ff436-0762-43e7-9e4d-03b1eca9c9f2" providerId="ADAL" clId="{EE9B3D24-F7AD-7644-8161-9507ED1E6972}" dt="2025-03-27T15:11:24.100" v="198" actId="20577"/>
          <ac:spMkLst>
            <pc:docMk/>
            <pc:sldMk cId="532351615" sldId="509"/>
            <ac:spMk id="2" creationId="{32263F18-0351-5BAD-06FB-94FE8B4BFA78}"/>
          </ac:spMkLst>
        </pc:spChg>
        <pc:spChg chg="del">
          <ac:chgData name="Chang, Elizabeth (NIH/NICHD) [C]" userId="c66ff436-0762-43e7-9e4d-03b1eca9c9f2" providerId="ADAL" clId="{EE9B3D24-F7AD-7644-8161-9507ED1E6972}" dt="2025-03-27T18:28:21.788" v="199" actId="478"/>
          <ac:spMkLst>
            <pc:docMk/>
            <pc:sldMk cId="532351615" sldId="509"/>
            <ac:spMk id="3" creationId="{2FF23F62-70B5-ADC9-E019-9B40B036050D}"/>
          </ac:spMkLst>
        </pc:spChg>
        <pc:spChg chg="add mod">
          <ac:chgData name="Chang, Elizabeth (NIH/NICHD) [C]" userId="c66ff436-0762-43e7-9e4d-03b1eca9c9f2" providerId="ADAL" clId="{EE9B3D24-F7AD-7644-8161-9507ED1E6972}" dt="2025-03-27T18:28:46.209" v="211" actId="255"/>
          <ac:spMkLst>
            <pc:docMk/>
            <pc:sldMk cId="532351615" sldId="509"/>
            <ac:spMk id="5" creationId="{63D1B6EE-0EE1-B21D-3FB8-A4D5F9772CCB}"/>
          </ac:spMkLst>
        </pc:spChg>
      </pc:sldChg>
      <pc:sldChg chg="addSp delSp modSp new mod">
        <pc:chgData name="Chang, Elizabeth (NIH/NICHD) [C]" userId="c66ff436-0762-43e7-9e4d-03b1eca9c9f2" providerId="ADAL" clId="{EE9B3D24-F7AD-7644-8161-9507ED1E6972}" dt="2025-03-28T14:33:04.629" v="2678" actId="1076"/>
        <pc:sldMkLst>
          <pc:docMk/>
          <pc:sldMk cId="111590191" sldId="510"/>
        </pc:sldMkLst>
        <pc:spChg chg="del">
          <ac:chgData name="Chang, Elizabeth (NIH/NICHD) [C]" userId="c66ff436-0762-43e7-9e4d-03b1eca9c9f2" providerId="ADAL" clId="{EE9B3D24-F7AD-7644-8161-9507ED1E6972}" dt="2025-03-27T18:35:10.246" v="213" actId="478"/>
          <ac:spMkLst>
            <pc:docMk/>
            <pc:sldMk cId="111590191" sldId="510"/>
            <ac:spMk id="2" creationId="{D7E739E8-970F-DA07-CD55-A66AB2A6BD75}"/>
          </ac:spMkLst>
        </pc:spChg>
        <pc:spChg chg="mod">
          <ac:chgData name="Chang, Elizabeth (NIH/NICHD) [C]" userId="c66ff436-0762-43e7-9e4d-03b1eca9c9f2" providerId="ADAL" clId="{EE9B3D24-F7AD-7644-8161-9507ED1E6972}" dt="2025-03-28T13:20:26.495" v="2508" actId="14100"/>
          <ac:spMkLst>
            <pc:docMk/>
            <pc:sldMk cId="111590191" sldId="510"/>
            <ac:spMk id="3" creationId="{2555EB07-F483-09F9-F175-706FC90B502D}"/>
          </ac:spMkLst>
        </pc:spChg>
        <pc:spChg chg="add mod">
          <ac:chgData name="Chang, Elizabeth (NIH/NICHD) [C]" userId="c66ff436-0762-43e7-9e4d-03b1eca9c9f2" providerId="ADAL" clId="{EE9B3D24-F7AD-7644-8161-9507ED1E6972}" dt="2025-03-28T13:20:31.577" v="2509" actId="255"/>
          <ac:spMkLst>
            <pc:docMk/>
            <pc:sldMk cId="111590191" sldId="510"/>
            <ac:spMk id="4" creationId="{CB45E205-38FE-3DB4-7254-8320A14A293F}"/>
          </ac:spMkLst>
        </pc:spChg>
        <pc:spChg chg="add mod">
          <ac:chgData name="Chang, Elizabeth (NIH/NICHD) [C]" userId="c66ff436-0762-43e7-9e4d-03b1eca9c9f2" providerId="ADAL" clId="{EE9B3D24-F7AD-7644-8161-9507ED1E6972}" dt="2025-03-28T14:33:04.629" v="2678" actId="1076"/>
          <ac:spMkLst>
            <pc:docMk/>
            <pc:sldMk cId="111590191" sldId="510"/>
            <ac:spMk id="6" creationId="{76351AD3-E298-5948-484F-5127EF24620D}"/>
          </ac:spMkLst>
        </pc:spChg>
        <pc:spChg chg="add mod">
          <ac:chgData name="Chang, Elizabeth (NIH/NICHD) [C]" userId="c66ff436-0762-43e7-9e4d-03b1eca9c9f2" providerId="ADAL" clId="{EE9B3D24-F7AD-7644-8161-9507ED1E6972}" dt="2025-03-28T13:21:16.134" v="2651" actId="1076"/>
          <ac:spMkLst>
            <pc:docMk/>
            <pc:sldMk cId="111590191" sldId="510"/>
            <ac:spMk id="7" creationId="{78E0526A-7391-7C06-2130-94285C328D0D}"/>
          </ac:spMkLst>
        </pc:spChg>
        <pc:picChg chg="add del mod">
          <ac:chgData name="Chang, Elizabeth (NIH/NICHD) [C]" userId="c66ff436-0762-43e7-9e4d-03b1eca9c9f2" providerId="ADAL" clId="{EE9B3D24-F7AD-7644-8161-9507ED1E6972}" dt="2025-03-28T13:18:41.988" v="2473" actId="478"/>
          <ac:picMkLst>
            <pc:docMk/>
            <pc:sldMk cId="111590191" sldId="510"/>
            <ac:picMk id="1026" creationId="{CB684FDC-FCE3-E78D-CAFC-08E083700A95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7T19:11:24.602" v="1001" actId="1076"/>
        <pc:sldMkLst>
          <pc:docMk/>
          <pc:sldMk cId="3156441803" sldId="511"/>
        </pc:sldMkLst>
        <pc:spChg chg="mod">
          <ac:chgData name="Chang, Elizabeth (NIH/NICHD) [C]" userId="c66ff436-0762-43e7-9e4d-03b1eca9c9f2" providerId="ADAL" clId="{EE9B3D24-F7AD-7644-8161-9507ED1E6972}" dt="2025-03-27T18:53:14.545" v="409" actId="20577"/>
          <ac:spMkLst>
            <pc:docMk/>
            <pc:sldMk cId="3156441803" sldId="511"/>
            <ac:spMk id="2" creationId="{874B7062-A1D2-FF92-0183-B0440E5400A4}"/>
          </ac:spMkLst>
        </pc:spChg>
        <pc:spChg chg="del">
          <ac:chgData name="Chang, Elizabeth (NIH/NICHD) [C]" userId="c66ff436-0762-43e7-9e4d-03b1eca9c9f2" providerId="ADAL" clId="{EE9B3D24-F7AD-7644-8161-9507ED1E6972}" dt="2025-03-27T18:54:07.403" v="410" actId="478"/>
          <ac:spMkLst>
            <pc:docMk/>
            <pc:sldMk cId="3156441803" sldId="511"/>
            <ac:spMk id="3" creationId="{11C0DE91-AD89-A8BC-AB15-DEA6CFF3DEE4}"/>
          </ac:spMkLst>
        </pc:spChg>
        <pc:spChg chg="add mod">
          <ac:chgData name="Chang, Elizabeth (NIH/NICHD) [C]" userId="c66ff436-0762-43e7-9e4d-03b1eca9c9f2" providerId="ADAL" clId="{EE9B3D24-F7AD-7644-8161-9507ED1E6972}" dt="2025-03-27T18:54:30.188" v="418" actId="1076"/>
          <ac:spMkLst>
            <pc:docMk/>
            <pc:sldMk cId="3156441803" sldId="511"/>
            <ac:spMk id="5" creationId="{7DE21E4E-6613-D388-AD3B-6419B8338A64}"/>
          </ac:spMkLst>
        </pc:spChg>
        <pc:picChg chg="add mod">
          <ac:chgData name="Chang, Elizabeth (NIH/NICHD) [C]" userId="c66ff436-0762-43e7-9e4d-03b1eca9c9f2" providerId="ADAL" clId="{EE9B3D24-F7AD-7644-8161-9507ED1E6972}" dt="2025-03-27T19:11:24.602" v="1001" actId="1076"/>
          <ac:picMkLst>
            <pc:docMk/>
            <pc:sldMk cId="3156441803" sldId="511"/>
            <ac:picMk id="6146" creationId="{651AE42F-2431-6C83-96D3-47237DB580CC}"/>
          </ac:picMkLst>
        </pc:picChg>
      </pc:sldChg>
      <pc:sldChg chg="addSp delSp modSp add del">
        <pc:chgData name="Chang, Elizabeth (NIH/NICHD) [C]" userId="c66ff436-0762-43e7-9e4d-03b1eca9c9f2" providerId="ADAL" clId="{EE9B3D24-F7AD-7644-8161-9507ED1E6972}" dt="2025-03-27T18:51:41.573" v="399" actId="2696"/>
        <pc:sldMkLst>
          <pc:docMk/>
          <pc:sldMk cId="4058562900" sldId="511"/>
        </pc:sldMkLst>
        <pc:picChg chg="del">
          <ac:chgData name="Chang, Elizabeth (NIH/NICHD) [C]" userId="c66ff436-0762-43e7-9e4d-03b1eca9c9f2" providerId="ADAL" clId="{EE9B3D24-F7AD-7644-8161-9507ED1E6972}" dt="2025-03-27T18:46:51.719" v="393" actId="478"/>
          <ac:picMkLst>
            <pc:docMk/>
            <pc:sldMk cId="4058562900" sldId="511"/>
            <ac:picMk id="1026" creationId="{7B2AC9F6-4EF4-4094-C934-13A779A05174}"/>
          </ac:picMkLst>
        </pc:picChg>
        <pc:picChg chg="add del mod">
          <ac:chgData name="Chang, Elizabeth (NIH/NICHD) [C]" userId="c66ff436-0762-43e7-9e4d-03b1eca9c9f2" providerId="ADAL" clId="{EE9B3D24-F7AD-7644-8161-9507ED1E6972}" dt="2025-03-27T18:51:39.090" v="398" actId="478"/>
          <ac:picMkLst>
            <pc:docMk/>
            <pc:sldMk cId="4058562900" sldId="511"/>
            <ac:picMk id="2050" creationId="{49747FB8-22CA-408D-24B1-3E76F9E6644E}"/>
          </ac:picMkLst>
        </pc:picChg>
      </pc:sldChg>
      <pc:sldChg chg="addSp modSp new mod">
        <pc:chgData name="Chang, Elizabeth (NIH/NICHD) [C]" userId="c66ff436-0762-43e7-9e4d-03b1eca9c9f2" providerId="ADAL" clId="{EE9B3D24-F7AD-7644-8161-9507ED1E6972}" dt="2025-03-28T14:45:05.250" v="2679" actId="1076"/>
        <pc:sldMkLst>
          <pc:docMk/>
          <pc:sldMk cId="1647944731" sldId="512"/>
        </pc:sldMkLst>
        <pc:spChg chg="mod">
          <ac:chgData name="Chang, Elizabeth (NIH/NICHD) [C]" userId="c66ff436-0762-43e7-9e4d-03b1eca9c9f2" providerId="ADAL" clId="{EE9B3D24-F7AD-7644-8161-9507ED1E6972}" dt="2025-03-27T19:01:04.305" v="449" actId="20577"/>
          <ac:spMkLst>
            <pc:docMk/>
            <pc:sldMk cId="1647944731" sldId="512"/>
            <ac:spMk id="2" creationId="{B9E8B989-2FF5-9892-74AF-B26F39E760E6}"/>
          </ac:spMkLst>
        </pc:spChg>
        <pc:spChg chg="mod">
          <ac:chgData name="Chang, Elizabeth (NIH/NICHD) [C]" userId="c66ff436-0762-43e7-9e4d-03b1eca9c9f2" providerId="ADAL" clId="{EE9B3D24-F7AD-7644-8161-9507ED1E6972}" dt="2025-03-27T19:02:47.436" v="560" actId="20577"/>
          <ac:spMkLst>
            <pc:docMk/>
            <pc:sldMk cId="1647944731" sldId="512"/>
            <ac:spMk id="3" creationId="{8245AC55-A587-DD22-A64E-EBB6AF2B24CD}"/>
          </ac:spMkLst>
        </pc:spChg>
        <pc:spChg chg="add mod">
          <ac:chgData name="Chang, Elizabeth (NIH/NICHD) [C]" userId="c66ff436-0762-43e7-9e4d-03b1eca9c9f2" providerId="ADAL" clId="{EE9B3D24-F7AD-7644-8161-9507ED1E6972}" dt="2025-03-27T19:02:41.421" v="554" actId="20577"/>
          <ac:spMkLst>
            <pc:docMk/>
            <pc:sldMk cId="1647944731" sldId="512"/>
            <ac:spMk id="4" creationId="{329D3AD9-0B86-09F6-3FDD-5A34A13B84B2}"/>
          </ac:spMkLst>
        </pc:spChg>
        <pc:spChg chg="add mod">
          <ac:chgData name="Chang, Elizabeth (NIH/NICHD) [C]" userId="c66ff436-0762-43e7-9e4d-03b1eca9c9f2" providerId="ADAL" clId="{EE9B3D24-F7AD-7644-8161-9507ED1E6972}" dt="2025-03-28T14:45:05.250" v="2679" actId="1076"/>
          <ac:spMkLst>
            <pc:docMk/>
            <pc:sldMk cId="1647944731" sldId="512"/>
            <ac:spMk id="5" creationId="{085D642C-83EC-9D5D-E028-BD35EB91F661}"/>
          </ac:spMkLst>
        </pc:spChg>
        <pc:picChg chg="add mod">
          <ac:chgData name="Chang, Elizabeth (NIH/NICHD) [C]" userId="c66ff436-0762-43e7-9e4d-03b1eca9c9f2" providerId="ADAL" clId="{EE9B3D24-F7AD-7644-8161-9507ED1E6972}" dt="2025-03-27T19:03:44.696" v="566" actId="1076"/>
          <ac:picMkLst>
            <pc:docMk/>
            <pc:sldMk cId="1647944731" sldId="512"/>
            <ac:picMk id="4098" creationId="{1486E8CB-5D0B-B3AB-D41E-72E60F400DEC}"/>
          </ac:picMkLst>
        </pc:picChg>
      </pc:sldChg>
      <pc:sldChg chg="add del">
        <pc:chgData name="Chang, Elizabeth (NIH/NICHD) [C]" userId="c66ff436-0762-43e7-9e4d-03b1eca9c9f2" providerId="ADAL" clId="{EE9B3D24-F7AD-7644-8161-9507ED1E6972}" dt="2025-03-27T18:46:55.556" v="395"/>
        <pc:sldMkLst>
          <pc:docMk/>
          <pc:sldMk cId="1957315933" sldId="512"/>
        </pc:sldMkLst>
      </pc:sldChg>
      <pc:sldChg chg="addSp modSp new mod">
        <pc:chgData name="Chang, Elizabeth (NIH/NICHD) [C]" userId="c66ff436-0762-43e7-9e4d-03b1eca9c9f2" providerId="ADAL" clId="{EE9B3D24-F7AD-7644-8161-9507ED1E6972}" dt="2025-03-28T14:47:43.017" v="2681" actId="1076"/>
        <pc:sldMkLst>
          <pc:docMk/>
          <pc:sldMk cId="699430201" sldId="513"/>
        </pc:sldMkLst>
        <pc:spChg chg="mod">
          <ac:chgData name="Chang, Elizabeth (NIH/NICHD) [C]" userId="c66ff436-0762-43e7-9e4d-03b1eca9c9f2" providerId="ADAL" clId="{EE9B3D24-F7AD-7644-8161-9507ED1E6972}" dt="2025-03-27T19:04:30.686" v="627" actId="20577"/>
          <ac:spMkLst>
            <pc:docMk/>
            <pc:sldMk cId="699430201" sldId="513"/>
            <ac:spMk id="2" creationId="{36B3EC3A-90B0-B9CB-3179-8190EC29D5D0}"/>
          </ac:spMkLst>
        </pc:spChg>
        <pc:spChg chg="mod">
          <ac:chgData name="Chang, Elizabeth (NIH/NICHD) [C]" userId="c66ff436-0762-43e7-9e4d-03b1eca9c9f2" providerId="ADAL" clId="{EE9B3D24-F7AD-7644-8161-9507ED1E6972}" dt="2025-03-27T19:04:50.142" v="630" actId="20577"/>
          <ac:spMkLst>
            <pc:docMk/>
            <pc:sldMk cId="699430201" sldId="513"/>
            <ac:spMk id="3" creationId="{682A92AD-C53E-B9AA-DD2F-4D8C9A462EC2}"/>
          </ac:spMkLst>
        </pc:spChg>
        <pc:picChg chg="add mod">
          <ac:chgData name="Chang, Elizabeth (NIH/NICHD) [C]" userId="c66ff436-0762-43e7-9e4d-03b1eca9c9f2" providerId="ADAL" clId="{EE9B3D24-F7AD-7644-8161-9507ED1E6972}" dt="2025-03-28T14:47:43.017" v="2681" actId="1076"/>
          <ac:picMkLst>
            <pc:docMk/>
            <pc:sldMk cId="699430201" sldId="513"/>
            <ac:picMk id="7170" creationId="{7FDE7DE7-7851-31D2-9FED-85B3C8870AA5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7T19:10:59.232" v="996" actId="1076"/>
        <pc:sldMkLst>
          <pc:docMk/>
          <pc:sldMk cId="955506708" sldId="514"/>
        </pc:sldMkLst>
        <pc:spChg chg="mod">
          <ac:chgData name="Chang, Elizabeth (NIH/NICHD) [C]" userId="c66ff436-0762-43e7-9e4d-03b1eca9c9f2" providerId="ADAL" clId="{EE9B3D24-F7AD-7644-8161-9507ED1E6972}" dt="2025-03-27T19:05:37.749" v="638" actId="20577"/>
          <ac:spMkLst>
            <pc:docMk/>
            <pc:sldMk cId="955506708" sldId="514"/>
            <ac:spMk id="2" creationId="{1B243DB3-167F-375C-FAA8-88CD31F0EEC8}"/>
          </ac:spMkLst>
        </pc:spChg>
        <pc:spChg chg="mod">
          <ac:chgData name="Chang, Elizabeth (NIH/NICHD) [C]" userId="c66ff436-0762-43e7-9e4d-03b1eca9c9f2" providerId="ADAL" clId="{EE9B3D24-F7AD-7644-8161-9507ED1E6972}" dt="2025-03-27T19:09:29.390" v="745" actId="20577"/>
          <ac:spMkLst>
            <pc:docMk/>
            <pc:sldMk cId="955506708" sldId="514"/>
            <ac:spMk id="3" creationId="{AD87A638-E9CA-6AB2-D898-20CBAC93B79F}"/>
          </ac:spMkLst>
        </pc:spChg>
        <pc:spChg chg="add del mod">
          <ac:chgData name="Chang, Elizabeth (NIH/NICHD) [C]" userId="c66ff436-0762-43e7-9e4d-03b1eca9c9f2" providerId="ADAL" clId="{EE9B3D24-F7AD-7644-8161-9507ED1E6972}" dt="2025-03-27T19:10:05.294" v="797" actId="478"/>
          <ac:spMkLst>
            <pc:docMk/>
            <pc:sldMk cId="955506708" sldId="514"/>
            <ac:spMk id="4" creationId="{7F05CCD7-D4FF-E868-E495-15659C7BD2F1}"/>
          </ac:spMkLst>
        </pc:spChg>
        <pc:spChg chg="add mod">
          <ac:chgData name="Chang, Elizabeth (NIH/NICHD) [C]" userId="c66ff436-0762-43e7-9e4d-03b1eca9c9f2" providerId="ADAL" clId="{EE9B3D24-F7AD-7644-8161-9507ED1E6972}" dt="2025-03-27T19:10:59.232" v="996" actId="1076"/>
          <ac:spMkLst>
            <pc:docMk/>
            <pc:sldMk cId="955506708" sldId="514"/>
            <ac:spMk id="5" creationId="{EE7B9795-13DD-FD70-6D08-E4536B520D03}"/>
          </ac:spMkLst>
        </pc:spChg>
        <pc:picChg chg="add del mod">
          <ac:chgData name="Chang, Elizabeth (NIH/NICHD) [C]" userId="c66ff436-0762-43e7-9e4d-03b1eca9c9f2" providerId="ADAL" clId="{EE9B3D24-F7AD-7644-8161-9507ED1E6972}" dt="2025-03-27T19:10:02.846" v="796" actId="478"/>
          <ac:picMkLst>
            <pc:docMk/>
            <pc:sldMk cId="955506708" sldId="514"/>
            <ac:picMk id="5122" creationId="{C13C17AE-336F-6EAF-28B7-B8E1FCC0C3EB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7T19:28:21.270" v="1316" actId="1076"/>
        <pc:sldMkLst>
          <pc:docMk/>
          <pc:sldMk cId="64194346" sldId="515"/>
        </pc:sldMkLst>
        <pc:spChg chg="mod">
          <ac:chgData name="Chang, Elizabeth (NIH/NICHD) [C]" userId="c66ff436-0762-43e7-9e4d-03b1eca9c9f2" providerId="ADAL" clId="{EE9B3D24-F7AD-7644-8161-9507ED1E6972}" dt="2025-03-27T19:11:45.595" v="1011" actId="20577"/>
          <ac:spMkLst>
            <pc:docMk/>
            <pc:sldMk cId="64194346" sldId="515"/>
            <ac:spMk id="2" creationId="{0D6053BE-35DD-71B6-E99A-DF274715E40E}"/>
          </ac:spMkLst>
        </pc:spChg>
        <pc:spChg chg="del">
          <ac:chgData name="Chang, Elizabeth (NIH/NICHD) [C]" userId="c66ff436-0762-43e7-9e4d-03b1eca9c9f2" providerId="ADAL" clId="{EE9B3D24-F7AD-7644-8161-9507ED1E6972}" dt="2025-03-27T19:12:50.463" v="1012" actId="478"/>
          <ac:spMkLst>
            <pc:docMk/>
            <pc:sldMk cId="64194346" sldId="515"/>
            <ac:spMk id="3" creationId="{909B7729-1397-738A-5641-697162265C67}"/>
          </ac:spMkLst>
        </pc:spChg>
        <pc:spChg chg="add mod">
          <ac:chgData name="Chang, Elizabeth (NIH/NICHD) [C]" userId="c66ff436-0762-43e7-9e4d-03b1eca9c9f2" providerId="ADAL" clId="{EE9B3D24-F7AD-7644-8161-9507ED1E6972}" dt="2025-03-27T19:13:16.431" v="1020" actId="14100"/>
          <ac:spMkLst>
            <pc:docMk/>
            <pc:sldMk cId="64194346" sldId="515"/>
            <ac:spMk id="5" creationId="{029A8D29-5584-DC4C-AC77-92027055C446}"/>
          </ac:spMkLst>
        </pc:spChg>
        <pc:picChg chg="add mod">
          <ac:chgData name="Chang, Elizabeth (NIH/NICHD) [C]" userId="c66ff436-0762-43e7-9e4d-03b1eca9c9f2" providerId="ADAL" clId="{EE9B3D24-F7AD-7644-8161-9507ED1E6972}" dt="2025-03-27T19:28:21.270" v="1316" actId="1076"/>
          <ac:picMkLst>
            <pc:docMk/>
            <pc:sldMk cId="64194346" sldId="515"/>
            <ac:picMk id="9218" creationId="{9AACF7AF-D164-0D50-9628-FDEB392263DC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8T15:11:43.786" v="2749" actId="20577"/>
        <pc:sldMkLst>
          <pc:docMk/>
          <pc:sldMk cId="270733801" sldId="516"/>
        </pc:sldMkLst>
        <pc:spChg chg="mod">
          <ac:chgData name="Chang, Elizabeth (NIH/NICHD) [C]" userId="c66ff436-0762-43e7-9e4d-03b1eca9c9f2" providerId="ADAL" clId="{EE9B3D24-F7AD-7644-8161-9507ED1E6972}" dt="2025-03-27T19:13:22.850" v="1035" actId="20577"/>
          <ac:spMkLst>
            <pc:docMk/>
            <pc:sldMk cId="270733801" sldId="516"/>
            <ac:spMk id="2" creationId="{43E01A25-DE47-2690-9371-40A0DB421F03}"/>
          </ac:spMkLst>
        </pc:spChg>
        <pc:spChg chg="del">
          <ac:chgData name="Chang, Elizabeth (NIH/NICHD) [C]" userId="c66ff436-0762-43e7-9e4d-03b1eca9c9f2" providerId="ADAL" clId="{EE9B3D24-F7AD-7644-8161-9507ED1E6972}" dt="2025-03-27T19:22:01.103" v="1036" actId="478"/>
          <ac:spMkLst>
            <pc:docMk/>
            <pc:sldMk cId="270733801" sldId="516"/>
            <ac:spMk id="3" creationId="{AD17F8EE-B17C-C9CB-1F91-5284747A3B82}"/>
          </ac:spMkLst>
        </pc:spChg>
        <pc:spChg chg="add mod">
          <ac:chgData name="Chang, Elizabeth (NIH/NICHD) [C]" userId="c66ff436-0762-43e7-9e4d-03b1eca9c9f2" providerId="ADAL" clId="{EE9B3D24-F7AD-7644-8161-9507ED1E6972}" dt="2025-03-28T12:25:19.098" v="1482" actId="1076"/>
          <ac:spMkLst>
            <pc:docMk/>
            <pc:sldMk cId="270733801" sldId="516"/>
            <ac:spMk id="4" creationId="{E74D2F0C-E44D-C36F-07BF-21C556CC31D8}"/>
          </ac:spMkLst>
        </pc:spChg>
        <pc:spChg chg="add mod">
          <ac:chgData name="Chang, Elizabeth (NIH/NICHD) [C]" userId="c66ff436-0762-43e7-9e4d-03b1eca9c9f2" providerId="ADAL" clId="{EE9B3D24-F7AD-7644-8161-9507ED1E6972}" dt="2025-03-28T15:11:43.786" v="2749" actId="20577"/>
          <ac:spMkLst>
            <pc:docMk/>
            <pc:sldMk cId="270733801" sldId="516"/>
            <ac:spMk id="6" creationId="{F65E007A-4A57-2D88-524B-E703E56F197E}"/>
          </ac:spMkLst>
        </pc:spChg>
        <pc:spChg chg="add del mod">
          <ac:chgData name="Chang, Elizabeth (NIH/NICHD) [C]" userId="c66ff436-0762-43e7-9e4d-03b1eca9c9f2" providerId="ADAL" clId="{EE9B3D24-F7AD-7644-8161-9507ED1E6972}" dt="2025-03-27T19:23:52.510" v="1246"/>
          <ac:spMkLst>
            <pc:docMk/>
            <pc:sldMk cId="270733801" sldId="516"/>
            <ac:spMk id="7" creationId="{B3915BC1-8453-D4BC-CF36-9B394AC51F48}"/>
          </ac:spMkLst>
        </pc:spChg>
        <pc:spChg chg="add mod">
          <ac:chgData name="Chang, Elizabeth (NIH/NICHD) [C]" userId="c66ff436-0762-43e7-9e4d-03b1eca9c9f2" providerId="ADAL" clId="{EE9B3D24-F7AD-7644-8161-9507ED1E6972}" dt="2025-03-28T12:25:42.014" v="1539" actId="20577"/>
          <ac:spMkLst>
            <pc:docMk/>
            <pc:sldMk cId="270733801" sldId="516"/>
            <ac:spMk id="8" creationId="{4DA79FA2-C505-AFA2-6CA4-18CDFC40DB39}"/>
          </ac:spMkLst>
        </pc:spChg>
        <pc:picChg chg="add mod">
          <ac:chgData name="Chang, Elizabeth (NIH/NICHD) [C]" userId="c66ff436-0762-43e7-9e4d-03b1eca9c9f2" providerId="ADAL" clId="{EE9B3D24-F7AD-7644-8161-9507ED1E6972}" dt="2025-03-28T12:25:20.346" v="1483" actId="1076"/>
          <ac:picMkLst>
            <pc:docMk/>
            <pc:sldMk cId="270733801" sldId="516"/>
            <ac:picMk id="8194" creationId="{62ED626B-72B8-EF43-C95D-920D4F10C6FD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8T12:24:29.171" v="1480" actId="1076"/>
        <pc:sldMkLst>
          <pc:docMk/>
          <pc:sldMk cId="1122175907" sldId="517"/>
        </pc:sldMkLst>
        <pc:spChg chg="mod">
          <ac:chgData name="Chang, Elizabeth (NIH/NICHD) [C]" userId="c66ff436-0762-43e7-9e4d-03b1eca9c9f2" providerId="ADAL" clId="{EE9B3D24-F7AD-7644-8161-9507ED1E6972}" dt="2025-03-27T19:28:51.077" v="1327" actId="20577"/>
          <ac:spMkLst>
            <pc:docMk/>
            <pc:sldMk cId="1122175907" sldId="517"/>
            <ac:spMk id="2" creationId="{AAA855B0-D1F5-47C4-BEA1-40BFF83EC832}"/>
          </ac:spMkLst>
        </pc:spChg>
        <pc:spChg chg="del">
          <ac:chgData name="Chang, Elizabeth (NIH/NICHD) [C]" userId="c66ff436-0762-43e7-9e4d-03b1eca9c9f2" providerId="ADAL" clId="{EE9B3D24-F7AD-7644-8161-9507ED1E6972}" dt="2025-03-27T19:28:53.416" v="1328" actId="478"/>
          <ac:spMkLst>
            <pc:docMk/>
            <pc:sldMk cId="1122175907" sldId="517"/>
            <ac:spMk id="3" creationId="{9FCF50F4-433A-2D28-778E-E92636AB6ED1}"/>
          </ac:spMkLst>
        </pc:spChg>
        <pc:spChg chg="add mod">
          <ac:chgData name="Chang, Elizabeth (NIH/NICHD) [C]" userId="c66ff436-0762-43e7-9e4d-03b1eca9c9f2" providerId="ADAL" clId="{EE9B3D24-F7AD-7644-8161-9507ED1E6972}" dt="2025-03-27T19:29:19.055" v="1337" actId="255"/>
          <ac:spMkLst>
            <pc:docMk/>
            <pc:sldMk cId="1122175907" sldId="517"/>
            <ac:spMk id="5" creationId="{BFE24918-AD8C-9BA9-2703-470155211AAC}"/>
          </ac:spMkLst>
        </pc:spChg>
        <pc:picChg chg="add mod">
          <ac:chgData name="Chang, Elizabeth (NIH/NICHD) [C]" userId="c66ff436-0762-43e7-9e4d-03b1eca9c9f2" providerId="ADAL" clId="{EE9B3D24-F7AD-7644-8161-9507ED1E6972}" dt="2025-03-28T12:24:29.171" v="1480" actId="1076"/>
          <ac:picMkLst>
            <pc:docMk/>
            <pc:sldMk cId="1122175907" sldId="517"/>
            <ac:picMk id="10242" creationId="{7AA33E6E-0F92-DD79-3888-6CD281152F4F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8T15:16:59.540" v="2773" actId="14100"/>
        <pc:sldMkLst>
          <pc:docMk/>
          <pc:sldMk cId="2098401144" sldId="518"/>
        </pc:sldMkLst>
        <pc:spChg chg="mod">
          <ac:chgData name="Chang, Elizabeth (NIH/NICHD) [C]" userId="c66ff436-0762-43e7-9e4d-03b1eca9c9f2" providerId="ADAL" clId="{EE9B3D24-F7AD-7644-8161-9507ED1E6972}" dt="2025-03-27T19:30:17.151" v="1353" actId="20577"/>
          <ac:spMkLst>
            <pc:docMk/>
            <pc:sldMk cId="2098401144" sldId="518"/>
            <ac:spMk id="2" creationId="{03339300-8883-B1E0-9959-A4E2115F6780}"/>
          </ac:spMkLst>
        </pc:spChg>
        <pc:spChg chg="del">
          <ac:chgData name="Chang, Elizabeth (NIH/NICHD) [C]" userId="c66ff436-0762-43e7-9e4d-03b1eca9c9f2" providerId="ADAL" clId="{EE9B3D24-F7AD-7644-8161-9507ED1E6972}" dt="2025-03-27T19:31:27.323" v="1354" actId="478"/>
          <ac:spMkLst>
            <pc:docMk/>
            <pc:sldMk cId="2098401144" sldId="518"/>
            <ac:spMk id="3" creationId="{D0693A70-F846-63BA-33CC-46C46382F07A}"/>
          </ac:spMkLst>
        </pc:spChg>
        <pc:spChg chg="add del mod">
          <ac:chgData name="Chang, Elizabeth (NIH/NICHD) [C]" userId="c66ff436-0762-43e7-9e4d-03b1eca9c9f2" providerId="ADAL" clId="{EE9B3D24-F7AD-7644-8161-9507ED1E6972}" dt="2025-03-28T00:37:45.620" v="1477" actId="478"/>
          <ac:spMkLst>
            <pc:docMk/>
            <pc:sldMk cId="2098401144" sldId="518"/>
            <ac:spMk id="5" creationId="{57B507CD-914E-BA2A-797C-EBACAAFFD89D}"/>
          </ac:spMkLst>
        </pc:spChg>
        <pc:spChg chg="add del mod">
          <ac:chgData name="Chang, Elizabeth (NIH/NICHD) [C]" userId="c66ff436-0762-43e7-9e4d-03b1eca9c9f2" providerId="ADAL" clId="{EE9B3D24-F7AD-7644-8161-9507ED1E6972}" dt="2025-03-28T00:37:42.433" v="1476" actId="478"/>
          <ac:spMkLst>
            <pc:docMk/>
            <pc:sldMk cId="2098401144" sldId="518"/>
            <ac:spMk id="6" creationId="{C58EE4B1-4108-3922-E6C3-6E5C36F6F6DC}"/>
          </ac:spMkLst>
        </pc:spChg>
        <pc:spChg chg="add mod">
          <ac:chgData name="Chang, Elizabeth (NIH/NICHD) [C]" userId="c66ff436-0762-43e7-9e4d-03b1eca9c9f2" providerId="ADAL" clId="{EE9B3D24-F7AD-7644-8161-9507ED1E6972}" dt="2025-03-28T12:33:45.938" v="1681" actId="1076"/>
          <ac:spMkLst>
            <pc:docMk/>
            <pc:sldMk cId="2098401144" sldId="518"/>
            <ac:spMk id="8" creationId="{6CD11735-D178-DCAE-ADBA-DC8728AD47EF}"/>
          </ac:spMkLst>
        </pc:spChg>
        <pc:spChg chg="add mod">
          <ac:chgData name="Chang, Elizabeth (NIH/NICHD) [C]" userId="c66ff436-0762-43e7-9e4d-03b1eca9c9f2" providerId="ADAL" clId="{EE9B3D24-F7AD-7644-8161-9507ED1E6972}" dt="2025-03-28T15:16:19.031" v="2772" actId="20577"/>
          <ac:spMkLst>
            <pc:docMk/>
            <pc:sldMk cId="2098401144" sldId="518"/>
            <ac:spMk id="10" creationId="{5175E498-6E97-D8E2-79D6-F41F49ED7149}"/>
          </ac:spMkLst>
        </pc:spChg>
        <pc:spChg chg="add mod">
          <ac:chgData name="Chang, Elizabeth (NIH/NICHD) [C]" userId="c66ff436-0762-43e7-9e4d-03b1eca9c9f2" providerId="ADAL" clId="{EE9B3D24-F7AD-7644-8161-9507ED1E6972}" dt="2025-03-28T15:16:59.540" v="2773" actId="14100"/>
          <ac:spMkLst>
            <pc:docMk/>
            <pc:sldMk cId="2098401144" sldId="518"/>
            <ac:spMk id="12" creationId="{3401DFE8-1A38-E94B-E902-9DF2D0AB1001}"/>
          </ac:spMkLst>
        </pc:spChg>
      </pc:sldChg>
      <pc:sldChg chg="addSp delSp modSp new mod">
        <pc:chgData name="Chang, Elizabeth (NIH/NICHD) [C]" userId="c66ff436-0762-43e7-9e4d-03b1eca9c9f2" providerId="ADAL" clId="{EE9B3D24-F7AD-7644-8161-9507ED1E6972}" dt="2025-03-28T13:24:30.986" v="2654" actId="1076"/>
        <pc:sldMkLst>
          <pc:docMk/>
          <pc:sldMk cId="744673846" sldId="519"/>
        </pc:sldMkLst>
        <pc:spChg chg="mod">
          <ac:chgData name="Chang, Elizabeth (NIH/NICHD) [C]" userId="c66ff436-0762-43e7-9e4d-03b1eca9c9f2" providerId="ADAL" clId="{EE9B3D24-F7AD-7644-8161-9507ED1E6972}" dt="2025-03-28T12:34:03.233" v="1690" actId="20577"/>
          <ac:spMkLst>
            <pc:docMk/>
            <pc:sldMk cId="744673846" sldId="519"/>
            <ac:spMk id="2" creationId="{DC3A0AA9-05C6-3189-73A1-702AC1B7B8E2}"/>
          </ac:spMkLst>
        </pc:spChg>
        <pc:spChg chg="del">
          <ac:chgData name="Chang, Elizabeth (NIH/NICHD) [C]" userId="c66ff436-0762-43e7-9e4d-03b1eca9c9f2" providerId="ADAL" clId="{EE9B3D24-F7AD-7644-8161-9507ED1E6972}" dt="2025-03-28T12:34:12.307" v="1691" actId="478"/>
          <ac:spMkLst>
            <pc:docMk/>
            <pc:sldMk cId="744673846" sldId="519"/>
            <ac:spMk id="3" creationId="{E8045140-8ED4-373A-1875-7F3669E19CD8}"/>
          </ac:spMkLst>
        </pc:spChg>
        <pc:spChg chg="add mod">
          <ac:chgData name="Chang, Elizabeth (NIH/NICHD) [C]" userId="c66ff436-0762-43e7-9e4d-03b1eca9c9f2" providerId="ADAL" clId="{EE9B3D24-F7AD-7644-8161-9507ED1E6972}" dt="2025-03-28T12:34:19.916" v="1694" actId="255"/>
          <ac:spMkLst>
            <pc:docMk/>
            <pc:sldMk cId="744673846" sldId="519"/>
            <ac:spMk id="5" creationId="{6070C6A8-6E3E-A474-4A4D-52EA3415BF5F}"/>
          </ac:spMkLst>
        </pc:spChg>
        <pc:picChg chg="add mod">
          <ac:chgData name="Chang, Elizabeth (NIH/NICHD) [C]" userId="c66ff436-0762-43e7-9e4d-03b1eca9c9f2" providerId="ADAL" clId="{EE9B3D24-F7AD-7644-8161-9507ED1E6972}" dt="2025-03-28T13:24:30.986" v="2654" actId="1076"/>
          <ac:picMkLst>
            <pc:docMk/>
            <pc:sldMk cId="744673846" sldId="519"/>
            <ac:picMk id="12290" creationId="{DC7DA2DB-1810-3B78-5F09-1CEEC6F40544}"/>
          </ac:picMkLst>
        </pc:picChg>
      </pc:sldChg>
      <pc:sldChg chg="addSp delSp modSp new mod">
        <pc:chgData name="Chang, Elizabeth (NIH/NICHD) [C]" userId="c66ff436-0762-43e7-9e4d-03b1eca9c9f2" providerId="ADAL" clId="{EE9B3D24-F7AD-7644-8161-9507ED1E6972}" dt="2025-03-28T13:07:47.322" v="1720" actId="1076"/>
        <pc:sldMkLst>
          <pc:docMk/>
          <pc:sldMk cId="2964453626" sldId="520"/>
        </pc:sldMkLst>
        <pc:spChg chg="del">
          <ac:chgData name="Chang, Elizabeth (NIH/NICHD) [C]" userId="c66ff436-0762-43e7-9e4d-03b1eca9c9f2" providerId="ADAL" clId="{EE9B3D24-F7AD-7644-8161-9507ED1E6972}" dt="2025-03-28T12:36:05.197" v="1696" actId="478"/>
          <ac:spMkLst>
            <pc:docMk/>
            <pc:sldMk cId="2964453626" sldId="520"/>
            <ac:spMk id="2" creationId="{725CC5F3-9BC0-2017-0322-FF47CCD175F1}"/>
          </ac:spMkLst>
        </pc:spChg>
        <pc:spChg chg="del">
          <ac:chgData name="Chang, Elizabeth (NIH/NICHD) [C]" userId="c66ff436-0762-43e7-9e4d-03b1eca9c9f2" providerId="ADAL" clId="{EE9B3D24-F7AD-7644-8161-9507ED1E6972}" dt="2025-03-28T12:36:06.497" v="1697" actId="478"/>
          <ac:spMkLst>
            <pc:docMk/>
            <pc:sldMk cId="2964453626" sldId="520"/>
            <ac:spMk id="3" creationId="{90DF5D3E-BE87-A665-DFD4-8EB9C4F454FA}"/>
          </ac:spMkLst>
        </pc:spChg>
        <pc:picChg chg="add mod">
          <ac:chgData name="Chang, Elizabeth (NIH/NICHD) [C]" userId="c66ff436-0762-43e7-9e4d-03b1eca9c9f2" providerId="ADAL" clId="{EE9B3D24-F7AD-7644-8161-9507ED1E6972}" dt="2025-03-28T13:07:47.322" v="1720" actId="1076"/>
          <ac:picMkLst>
            <pc:docMk/>
            <pc:sldMk cId="2964453626" sldId="520"/>
            <ac:picMk id="5" creationId="{34E20330-850C-BA4F-E22C-CC59DA09C262}"/>
          </ac:picMkLst>
        </pc:picChg>
        <pc:picChg chg="add mod">
          <ac:chgData name="Chang, Elizabeth (NIH/NICHD) [C]" userId="c66ff436-0762-43e7-9e4d-03b1eca9c9f2" providerId="ADAL" clId="{EE9B3D24-F7AD-7644-8161-9507ED1E6972}" dt="2025-03-28T13:04:01.171" v="1711" actId="1076"/>
          <ac:picMkLst>
            <pc:docMk/>
            <pc:sldMk cId="2964453626" sldId="520"/>
            <ac:picMk id="11266" creationId="{3F6F629B-B463-B4A4-2223-EFED00540629}"/>
          </ac:picMkLst>
        </pc:picChg>
        <pc:picChg chg="add mod">
          <ac:chgData name="Chang, Elizabeth (NIH/NICHD) [C]" userId="c66ff436-0762-43e7-9e4d-03b1eca9c9f2" providerId="ADAL" clId="{EE9B3D24-F7AD-7644-8161-9507ED1E6972}" dt="2025-03-28T13:07:45.707" v="1719" actId="1076"/>
          <ac:picMkLst>
            <pc:docMk/>
            <pc:sldMk cId="2964453626" sldId="520"/>
            <ac:picMk id="11268" creationId="{4A7B76D7-FB55-B187-C23A-E506D2ACCD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8D7B1-6034-114E-91B1-B4726CA052D8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D008D-7038-1243-AC9C-AE737D9C0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2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00F8-542A-AEA1-CDC9-B8B0B109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33392-D928-2CF4-4B9A-67E66D3FE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EA8D9-2ECB-0297-9413-11D2E6DA7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D2537-8122-9DBD-B98A-EA92420D7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258D1-6176-7447-885F-9E5A01D567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25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4F2B-A267-135B-FFE9-AA235A83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1D132-5156-DC88-5B66-30B399DFE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B5126-F882-0065-2739-90797E4F4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C1D41-98C6-EF82-45C6-05008E43C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258D1-6176-7447-885F-9E5A01D567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258D1-6176-7447-885F-9E5A01D567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66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E4D3-32B4-A204-231F-A89EB7C7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93DB5-9FAD-A01D-DF60-88017BD29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49841-09E6-D1AA-75A6-196746718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5A2B2-F816-EFA7-9942-A8831621F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258D1-6176-7447-885F-9E5A01D567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4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EA95-5A05-A455-AD27-8D133AD7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5FFB7-C42C-7ED0-2A53-2EDC9934C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AD0DC-1D53-15FA-DEFB-4D848DCBA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FAD54-ABD6-6C22-5B6A-EC209F223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258D1-6176-7447-885F-9E5A01D567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8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3106-BE42-319E-261E-4E41E5482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DB0B9-272B-1213-150C-4C32CED91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4B9B8-0A4C-BC9F-38E7-2333BEDC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F338-4BA6-5CF1-ABE7-B4869B49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0BF4F-FA9B-9D2F-D410-83E99105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1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1F34-5CC4-A632-E3BD-4EE9C7AD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BF68-3587-3EC7-D5F2-F9440ADEC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BA55-705C-AF40-BCC6-EF8F2636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96533-B4E1-B33D-69D6-BBC38D16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5B9DA-19B2-4E5F-C5DF-367FEC6D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4708-0EFF-F726-4D16-1E8F0897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B8054-1275-1E6F-64BD-65587D9A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19710-17AF-99FA-7BD3-0A917637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1EA4A-FE0D-441D-A434-22A4B12C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D7944-6495-0D54-73BF-9665575E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0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458D-751F-A23F-89E1-639B0FC8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F7D3-68DC-6D5B-0C9E-9C3D0B430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1661B-7BEF-525B-43B9-6B22C48BD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9EEFC-2D15-A4DB-3F7C-3B56FFFB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812E2-33BC-7517-8A97-E32CA8F4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F1A58-142F-BC0F-A6B5-229F683D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0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ACC9-7F5C-AC81-50CD-0B23C0BB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5C88C-3E59-0A34-A19D-3C0979413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2291B-F369-8E87-E1E5-799ADEFD1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B4DAC-97EF-5296-1BB5-747830DBB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F2E8A-5DA4-FD48-FF26-0808E469B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7AA6D-3357-9357-298A-61226EA2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4F789-A421-0B00-3C5A-9D8E294E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E09F8-D139-E0C1-BD6C-6DE7BF29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7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A819-B149-8C87-5016-35F4334B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72402-6663-5D57-4C9F-3453845D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17649-C09A-9E12-F481-D8A88B8C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B92CF-6013-81A2-C3EC-571EE622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5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11BA0A-509D-F8D4-B628-57FAC34F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8C775-BF19-76F9-1591-570D0032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69F4B-647D-1790-EE7B-48363E8D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9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DC1C-D56F-13BC-B444-A308C8A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AB69-D095-65BB-6D8D-5AFB3948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E308B-C6AB-D14A-4509-F6CF78B3B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23B38-293A-7712-9965-9F1C1277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B65CA-6B7F-6A99-D53A-97BD84EE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FB75-988C-2242-5D1E-65D70C0A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4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8F51-0CA2-05F1-9E8F-674F704E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8EDB6-8228-663E-F4E9-92866970B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C352E-BCD2-0E12-8D67-397D10E7C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B0C8D-A54B-52D8-5D23-8C87FC80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5C0F1-C3CE-6894-8549-4D854E4A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494EF-0624-A62A-8D72-49F57C45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2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6680-BCA5-89F4-2ADB-C8317CF9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61231-64F9-C735-8E3D-1170D5878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FA536-232F-A06F-2974-3CB0F8FD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C28E5-F08C-1401-EB61-BFE9A3B8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6F49-92C5-FEAE-7163-2F82984E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E8847-57F5-90B1-A602-A63BC3939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3E531-E0CC-B79F-D8A3-10B1B8354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CCAF-6A96-2D16-33C9-DB6BA615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6CB8-A313-ACED-A0B7-24F70B666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31D6-DEBF-04A1-8ECE-40951A0D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6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98B79-3E7D-7351-E931-3536E92B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6723C-594C-59EC-076B-A852A4E00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C8C1D-E955-6CEB-6A73-2FCD09F3D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C03F4-205D-EE48-AAEC-0FE6C972E6E0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74C37-3F8A-565A-3DB2-3646507C2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5EC01-4D53-613B-B488-32D2040E2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BCB74-0472-E547-9919-3BD153FF2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1_lesson02_wildcards_shortcuts.html" TargetMode="External"/><Relationship Id="rId2" Type="http://schemas.openxmlformats.org/officeDocument/2006/relationships/hyperlink" Target="https://nichd-bspc.github.io/intro-rnaseq-hpc/lessons/wk1_lesson01_intro_filesystem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ichd-bspc.github.io/intro-rnaseq-hpc/lessons/wk1_lesson05_data_organization.html" TargetMode="External"/><Relationship Id="rId5" Type="http://schemas.openxmlformats.org/officeDocument/2006/relationships/hyperlink" Target="https://nichd-bspc.github.io/intro-rnaseq-hpc/lessons/wk1_lesson04_searching_files.html" TargetMode="External"/><Relationship Id="rId4" Type="http://schemas.openxmlformats.org/officeDocument/2006/relationships/hyperlink" Target="https://nichd-bspc.github.io/intro-rnaseq-hpc/lessons/wk1_lesson03_working_with_files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2_lesson03_fastqc_sbatch.html" TargetMode="External"/><Relationship Id="rId2" Type="http://schemas.openxmlformats.org/officeDocument/2006/relationships/hyperlink" Target="https://nichd-bspc.github.io/intro-rnaseq-hpc/lessons/wk2_lesson02_fastqc_interactiv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nichd-bspc.github.io/intro-rnaseq-hpc/lessons/wk2_lesson04_fastqc_assessment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3_lesson02_STAR_qualimap.html" TargetMode="External"/><Relationship Id="rId2" Type="http://schemas.openxmlformats.org/officeDocument/2006/relationships/hyperlink" Target="https://nichd-bspc.github.io/intro-rnaseq-hpc/lessons/wk3_lesson01_reference_genom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ichd-bspc.github.io/intro-rnaseq-hpc/lessons/wk3_lesson04_alignment_bam.html" TargetMode="External"/><Relationship Id="rId4" Type="http://schemas.openxmlformats.org/officeDocument/2006/relationships/hyperlink" Target="https://nichd-bspc.github.io/intro-rnaseq-hpc/lessons/wk3_lesson03_multiqc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2_lesson05_experimental_design.html" TargetMode="External"/><Relationship Id="rId2" Type="http://schemas.openxmlformats.org/officeDocument/2006/relationships/hyperlink" Target="https://nichd-bspc.github.io/intro-rnaseq-hpc/lessons/wk4_lesson01_counting_read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5_lesson01_introR_Rstudio.html" TargetMode="External"/><Relationship Id="rId2" Type="http://schemas.openxmlformats.org/officeDocument/2006/relationships/hyperlink" Target="https://nichd-bspc.github.io/intro-rnaseq-hpc/lessons/wk4_lesson02_automating_workflow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6_lesson02_count_normalization.html" TargetMode="External"/><Relationship Id="rId2" Type="http://schemas.openxmlformats.org/officeDocument/2006/relationships/hyperlink" Target="https://nichd-bspc.github.io/intro-rnaseq-hpc/lessons/wk6_lesson01_dge_setup_overview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nichd-bspc.github.io/intro-rnaseq-hpc/lessons/wk6_lesson04_design_formulas.html" TargetMode="External"/><Relationship Id="rId4" Type="http://schemas.openxmlformats.org/officeDocument/2006/relationships/hyperlink" Target="https://nichd-bspc.github.io/intro-rnaseq-hpc/lessons/wk6_lesson03_dge_qc_analysis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7_lesson02_wald_test.html" TargetMode="External"/><Relationship Id="rId2" Type="http://schemas.openxmlformats.org/officeDocument/2006/relationships/hyperlink" Target="https://nichd-bspc.github.io/intro-rnaseq-hpc/lessons/wk7_lesson01_hypothesis_test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nichd-bspc.github.io/intro-rnaseq-hpc/lessons/wk7_lesson04_visualizing_results.html" TargetMode="External"/><Relationship Id="rId4" Type="http://schemas.openxmlformats.org/officeDocument/2006/relationships/hyperlink" Target="https://nichd-bspc.github.io/intro-rnaseq-hpc/lessons/wk7_lesson03_summarizing_dge_results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ichd-bspc.github.io/intro-rnaseq-hpc/lessons/wk8_lesson02_annotation_dbi.html" TargetMode="External"/><Relationship Id="rId2" Type="http://schemas.openxmlformats.org/officeDocument/2006/relationships/hyperlink" Target="https://nichd-bspc.github.io/intro-rnaseq-hpc/lessons/wk8_lesson01_LRT_result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nichd-bspc.github.io/intro-rnaseq-hpc/lessons/wk8_lesson04_functional_class_scoring.html" TargetMode="External"/><Relationship Id="rId4" Type="http://schemas.openxmlformats.org/officeDocument/2006/relationships/hyperlink" Target="https://nichd-bspc.github.io/intro-rnaseq-hpc/lessons/wk8_lesson03_over-representation_analysis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30AA1B-53C8-D434-1C0D-93CE731729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32" b="55417"/>
          <a:stretch/>
        </p:blipFill>
        <p:spPr bwMode="auto">
          <a:xfrm>
            <a:off x="2813245" y="186455"/>
            <a:ext cx="6041929" cy="278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C698FF-EEFF-BA5A-6428-F3BEDD5C9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14" r="81" b="81"/>
          <a:stretch/>
        </p:blipFill>
        <p:spPr bwMode="auto">
          <a:xfrm>
            <a:off x="2813245" y="2966484"/>
            <a:ext cx="6041929" cy="253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02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D0AF-1A8A-127B-D826-A26E9FE9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0038D10-33A2-9715-A757-AC55C4F42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32" b="55417"/>
          <a:stretch/>
        </p:blipFill>
        <p:spPr bwMode="auto">
          <a:xfrm>
            <a:off x="1275252" y="952574"/>
            <a:ext cx="6041929" cy="278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C48A3A-DF10-3DE0-1793-2C75A5227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14" r="81" b="81"/>
          <a:stretch/>
        </p:blipFill>
        <p:spPr bwMode="auto">
          <a:xfrm>
            <a:off x="1275253" y="3732603"/>
            <a:ext cx="6041929" cy="253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48224DF-005C-F443-F9CC-BA06BAA30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783" y="1628239"/>
            <a:ext cx="4092761" cy="452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70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6675-FE6A-2CF0-D685-5917FCA3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793533-6639-B331-57FA-911400E06AEE}"/>
              </a:ext>
            </a:extLst>
          </p:cNvPr>
          <p:cNvSpPr/>
          <p:nvPr/>
        </p:nvSpPr>
        <p:spPr>
          <a:xfrm>
            <a:off x="308396" y="181957"/>
            <a:ext cx="47952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@SRR948304.5141 UNC14-SN744:253:D135LACXX:5:1101:4054:4287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AGGACTTTGGCTGTCCCCAACCGTACAGGTGGGTCTCTCCCTCATGGA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CCCFFFFFHHHHHGHIIJIJJJIEHGIJJCGGJAFHEIJDHGIFGGE&lt;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@SRR948304.5160 UNC14-SN744:253:D135LACXX:5:1101:4625:4251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CCACGAAGTCAAGATCGCCGACAAGGCCTTCCTGATGAAGCAGAAGTT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BCCFFFFFHGHHHJJJJJJJIJGJJJJJJJJJJFIJJGIJJIJJJIGI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@SRR948304.5196 UNC14-SN744:253:D135LACXX:5:1101:5864:4425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GGAACGCCTACTGGTACTATCTGAACATGGACTACTCCTTCTTCCTGG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CCCFFFFFFHHHHJGHIIJJJJJJJJIJJJIJIIJJJJJJJJJJJJJI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@SRR948304.5200 UNC14-SN744:253:D135LACXX:5:1101:6109:4282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CAGGAAGAAGGAGTAGTCCATGTTCAGATAGTACCAGTAGGCGTTCCA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@@CFFBDDHHHBHIHIFGHHIGFFHHIJJJJFIIJIJGDFHIIFGGIF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@SRR948304.5215 UNC14-SN744:253:D135LACXX:5:1101:6464:4443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CCTTCTTCAACGACTACTACACCAAGTACTTCAAGTTCTGAGCGTCGT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@@@FFFFFHGDHFIEHGIJIFEHIHH?EFGGIGGG:BFGG4DFE)?D6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@SRR948304.5247 UNC14-SN744:253:D135LACXX:5:1101:8102:4331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CTACAGCTTCCGCAAGAACTACTACGAGATGGAGACCTACGCCAACTA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BB@FFFFFHHHHFIJIJJJIJIJIJJIGGGIIGGGIIJIJGIIGIII#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@SRR948304.5250 UNC14-SN744:253:D135LACXX:5:1101:8320:4324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CCTGGTTGAACTCGTAGATATTCTCGCGCAGAATGAACTTGTCCTCGG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CCCFFFFFHHHHHJHGHIJIJJJJJJJJJJJIIIJJIJJJJJJIJJJE</a:t>
            </a: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72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7558-679A-3B77-58EB-73CC55E7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EC3C86-5A8B-60C6-E741-741441F8B39B}"/>
              </a:ext>
            </a:extLst>
          </p:cNvPr>
          <p:cNvSpPr/>
          <p:nvPr/>
        </p:nvSpPr>
        <p:spPr>
          <a:xfrm>
            <a:off x="308396" y="181957"/>
            <a:ext cx="47952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@SRR948304.5141 UNC14-SN744:253:D135LACXX:5:1101:4054:4287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AGGACTTTGGCTGTCCCCAACCGTACAGGTGGGTCTCTCCCTCATGGA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CCCFFFFFHHHHHGHIIJIJJJIEHGIJJCGGJAFHEIJDHGIFGGE&lt;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@SRR948304.5160 UNC14-SN744:253:D135LACXX:5:1101:4625:4251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CCACGAAGTCAAGATCGCCGACAAGGCCTTCCTGATGAAGCAGAAGTT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BCCFFFFFHGHHHJJJJJJJIJGJJJJJJJJJJFIJJGIJJIJJJIGI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@SRR948304.5196 UNC14-SN744:253:D135LACXX:5:1101:5864:4425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GGAACGCCTACTGGTACTATCTGAACATGGACTACTCCTTCTTCCTGG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CCCFFFFFFHHHHJGHIIJJJJJJJJIJJJIJIIJJJJJJJJJJJJJI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@SRR948304.5200 UNC14-SN744:253:D135LACXX:5:1101:6109:4282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CAGGAAGAAGGAGTAGTCCATGTTCAGATAGTACCAGTAGGCGTTCCA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@@CFFBDDHHHBHIHIFGHHIGFFHHIJJJJFIIJIJGDFHIIFGGIF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@SRR948304.5215 UNC14-SN744:253:D135LACXX:5:1101:6464:4443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CCTTCTTCAACGACTACTACACCAAGTACTTCAAGTTCTGAGCGTCGT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@@@FFFFFHGDHFIEHGIJIFEHIHH?EFGGIGGG:BFGG4DFE)?D6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@SRR948304.5247 UNC14-SN744:253:D135LACXX:5:1101:8102:4331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CTACAGCTTCCGCAAGAACTACTACGAGATGGAGACCTACGCCAACTA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BB@FFFFFHHHHFIJIJJJIJIJIJJIGGGIIGGGIIJIJGIIGIII#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@SRR948304.5250 UNC14-SN744:253:D135LACXX:5:1101:8320:4324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CCTGGTTGAACTCGTAGATATTCTCGCGCAGAATGAACTTGTCCTCGG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CCCFFFFFHHHHHJHGHIJIJJJJJJJJJJJIIIJJIJJJJJJIJJJE</a:t>
            </a: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18584F-1777-48FA-C9B3-D70579AB9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61" y="593071"/>
            <a:ext cx="2570891" cy="45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7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B16D-2EAD-6B24-92AF-B3591E13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5BB535-A583-2F58-F014-702C9B1329C0}"/>
              </a:ext>
            </a:extLst>
          </p:cNvPr>
          <p:cNvSpPr/>
          <p:nvPr/>
        </p:nvSpPr>
        <p:spPr>
          <a:xfrm>
            <a:off x="308396" y="181957"/>
            <a:ext cx="47952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@SRR948304.5141 UNC14-SN744:253:D135LACXX:5:1101:4054:4287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AGGACTTTGGCTGTCCCCAACCGTACAGGTGGGTCTCTCCCTCATGGA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CCCFFFFFHHHHHGHIIJIJJJIEHGIJJCGGJAFHEIJDHGIFGGE&lt;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@SRR948304.5160 UNC14-SN744:253:D135LACXX:5:1101:4625:4251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CCACGAAGTCAAGATCGCCGACAAGGCCTTCCTGATGAAGCAGAAGTT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BCCFFFFFHGHHHJJJJJJJIJGJJJJJJJJJJFIJJGIJJIJJJIGI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@SRR948304.5196 UNC14-SN744:253:D135LACXX:5:1101:5864:4425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GGAACGCCTACTGGTACTATCTGAACATGGACTACTCCTTCTTCCTGG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CCCFFFFFFHHHHJGHIIJJJJJJJJIJJJIJIIJJJJJJJJJJJJJI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@SRR948304.5200 UNC14-SN744:253:D135LACXX:5:1101:6109:4282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CAGGAAGAAGGAGTAGTCCATGTTCAGATAGTACCAGTAGGCGTTCCA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@@CFFBDDHHHBHIHIFGHHIGFFHHIJJJJFIIJIJGDFHIIFGGIF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@SRR948304.5215 UNC14-SN744:253:D135LACXX:5:1101:6464:4443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CCTTCTTCAACGACTACTACACCAAGTACTTCAAGTTCTGAGCGTCGT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@@@FFFFFHGDHFIEHGIJIFEHIHH?EFGGIGGG:BFGG4DFE)?D6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@SRR948304.5247 UNC14-SN744:253:D135LACXX:5:1101:8102:4331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CTACAGCTTCCGCAAGAACTACTACGAGATGGAGACCTACGCCAACTA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BB@FFFFFHHHHFIJIJJJIJIJIJJIGGGIIGGGIIJIJGIIGIII#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@SRR948304.5250 UNC14-SN744:253:D135LACXX:5:1101:8320:4324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CCTGGTTGAACTCGTAGATATTCTCGCGCAGAATGAACTTGTCCTCGG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CCCFFFFFHHHHHJHGHIJIJJJJJJJJJJJIIIJJIJJJJJJIJJJE</a:t>
            </a: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8CEE28-AAFD-4933-FDCE-F70CD900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61" y="593071"/>
            <a:ext cx="2570891" cy="4527967"/>
          </a:xfrm>
          <a:prstGeom prst="rect">
            <a:avLst/>
          </a:prstGeom>
        </p:spPr>
      </p:pic>
      <p:pic>
        <p:nvPicPr>
          <p:cNvPr id="5" name="Content Placeholder 4" descr="Table&#10;&#10;AI-generated content may be incorrect.">
            <a:extLst>
              <a:ext uri="{FF2B5EF4-FFF2-40B4-BE49-F238E27FC236}">
                <a16:creationId xmlns:a16="http://schemas.microsoft.com/office/drawing/2014/main" id="{698D0A5B-31AC-9F14-BE4C-FE19C08FD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30415" y="2393344"/>
            <a:ext cx="4946426" cy="3348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2009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B8ED-7A08-EAC9-D605-F67F11C1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49E982-0835-91AB-4EF2-7701B80AFDE9}"/>
              </a:ext>
            </a:extLst>
          </p:cNvPr>
          <p:cNvSpPr/>
          <p:nvPr/>
        </p:nvSpPr>
        <p:spPr>
          <a:xfrm>
            <a:off x="308396" y="181957"/>
            <a:ext cx="47952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@SRR948304.5141 UNC14-SN744:253:D135LACXX:5:1101:4054:4287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AGGACTTTGGCTGTCCCCAACCGTACAGGTGGGTCTCTCCCTCATGGA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CCCFFFFFHHHHHGHIIJIJJJIEHGIJJCGGJAFHEIJDHGIFGGE&lt;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@SRR948304.5160 UNC14-SN744:253:D135LACXX:5:1101:4625:4251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CCACGAAGTCAAGATCGCCGACAAGGCCTTCCTGATGAAGCAGAAGTT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BCCFFFFFHGHHHJJJJJJJIJGJJJJJJJJJJFIJJGIJJIJJJIGI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@SRR948304.5196 UNC14-SN744:253:D135LACXX:5:1101:5864:4425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GGAACGCCTACTGGTACTATCTGAACATGGACTACTCCTTCTTCCTGG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CCCFFFFFFHHHHJGHIIJJJJJJJJIJJJIJIIJJJJJJJJJJJJJI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@SRR948304.5200 UNC14-SN744:253:D135LACXX:5:1101:6109:4282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CAGGAAGAAGGAGTAGTCCATGTTCAGATAGTACCAGTAGGCGTTCCA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@@CFFBDDHHHBHIHIFGHHIGFFHHIJJJJFIIJIJGDFHIIFGGIF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@SRR948304.5215 UNC14-SN744:253:D135LACXX:5:1101:6464:4443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CCTTCTTCAACGACTACTACACCAAGTACTTCAAGTTCTGAGCGTCGT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@@@FFFFFHGDHFIEHGIJIFEHIHH?EFGGIGGG:BFGG4DFE)?D6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@SRR948304.5247 UNC14-SN744:253:D135LACXX:5:1101:8102:4331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CTACAGCTTCCGCAAGAACTACTACGAGATGGAGACCTACGCCAACTA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BB@FFFFFHHHHFIJIJJJIJIJIJJIGGGIIGGGIIJIJGIIGIII#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@SRR948304.5250 UNC14-SN744:253:D135LACXX:5:1101:8320:4324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CCTGGTTGAACTCGTAGATATTCTCGCGCAGAATGAACTTGTCCTCGG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CCCFFFFFHHHHHJHGHIJIJJJJJJJJJJJIIIJJIJJJJJJIJJJE</a:t>
            </a: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127D4-D898-980A-8790-2238E8965A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510761" y="593071"/>
            <a:ext cx="2570891" cy="4527967"/>
          </a:xfrm>
          <a:prstGeom prst="rect">
            <a:avLst/>
          </a:prstGeom>
        </p:spPr>
      </p:pic>
      <p:pic>
        <p:nvPicPr>
          <p:cNvPr id="5" name="Content Placeholder 4" descr="Table&#10;&#10;AI-generated content may be incorrect.">
            <a:extLst>
              <a:ext uri="{FF2B5EF4-FFF2-40B4-BE49-F238E27FC236}">
                <a16:creationId xmlns:a16="http://schemas.microsoft.com/office/drawing/2014/main" id="{5BFF89BF-E320-081D-B63A-C425B564B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2810804" y="2405331"/>
            <a:ext cx="4946426" cy="3348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Table&#10;&#10;AI-generated content may be incorrect.">
            <a:extLst>
              <a:ext uri="{FF2B5EF4-FFF2-40B4-BE49-F238E27FC236}">
                <a16:creationId xmlns:a16="http://schemas.microsoft.com/office/drawing/2014/main" id="{2AB0F3FA-A6FD-B2F8-D11E-30736DAC1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263" y="4708512"/>
            <a:ext cx="7259933" cy="1556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21F95F1-FB7D-FB7B-7D42-717375F11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195" y="2651032"/>
            <a:ext cx="2928156" cy="2261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5841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B228-62FC-B9E8-5596-CEA3F8BB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6B5AD5-A553-541B-00E6-604CD39FB998}"/>
              </a:ext>
            </a:extLst>
          </p:cNvPr>
          <p:cNvSpPr/>
          <p:nvPr/>
        </p:nvSpPr>
        <p:spPr>
          <a:xfrm>
            <a:off x="308396" y="181957"/>
            <a:ext cx="47952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@SRR948304.5141 UNC14-SN744:253:D135LACXX:5:1101:4054:4287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AGGACTTTGGCTGTCCCCAACCGTACAGGTGGGTCTCTCCCTCATGGA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CCCFFFFFHHHHHGHIIJIJJJIEHGIJJCGGJAFHEIJDHGIFGGE&lt;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@SRR948304.5160 UNC14-SN744:253:D135LACXX:5:1101:4625:4251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CCACGAAGTCAAGATCGCCGACAAGGCCTTCCTGATGAAGCAGAAGTT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BCCFFFFFHGHHHJJJJJJJIJGJJJJJJJJJJFIJJGIJJIJJJIGI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@SRR948304.5196 UNC14-SN744:253:D135LACXX:5:1101:5864:4425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GGAACGCCTACTGGTACTATCTGAACATGGACTACTCCTTCTTCCTGG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CCCFFFFFFHHHHJGHIIJJJJJJJJIJJJIJIIJJJJJJJJJJJJJI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@SRR948304.5200 UNC14-SN744:253:D135LACXX:5:1101:6109:4282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CAGGAAGAAGGAGTAGTCCATGTTCAGATAGTACCAGTAGGCGTTCCA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@@CFFBDDHHHBHIHIFGHHIGFFHHIJJJJFIIJIJGDFHIIFGGIF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@SRR948304.5215 UNC14-SN744:253:D135LACXX:5:1101:6464:4443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CCTTCTTCAACGACTACTACACCAAGTACTTCAAGTTCTGAGCGTCGT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@@@FFFFFHGDHFIEHGIJIFEHIHH?EFGGIGGG:BFGG4DFE)?D6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@SRR948304.5247 UNC14-SN744:253:D135LACXX:5:1101:8102:4331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CTACAGCTTCCGCAAGAACTACTACGAGATGGAGACCTACGCCAACTA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BB@FFFFFHHHHFIJIJJJIJIJIJJIGGGIIGGGIIJIJGIIGIII#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@SRR948304.5250 UNC14-SN744:253:D135LACXX:5:1101:8320:4324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CCTGGTTGAACTCGTAGATATTCTCGCGCAGAATGAACTTGTCCTCGG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</a:p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CCCFFFFFHHHHHJHGHIJIJJJJJJJJJJJIIIJJIJJJJJJIJJJE</a:t>
            </a: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45ACB2-5185-72DF-811E-63B2720EE2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510761" y="593071"/>
            <a:ext cx="2570891" cy="4527967"/>
          </a:xfrm>
          <a:prstGeom prst="rect">
            <a:avLst/>
          </a:prstGeom>
        </p:spPr>
      </p:pic>
      <p:pic>
        <p:nvPicPr>
          <p:cNvPr id="5" name="Content Placeholder 4" descr="Table&#10;&#10;AI-generated content may be incorrect.">
            <a:extLst>
              <a:ext uri="{FF2B5EF4-FFF2-40B4-BE49-F238E27FC236}">
                <a16:creationId xmlns:a16="http://schemas.microsoft.com/office/drawing/2014/main" id="{980560D4-1A5C-3AA6-9086-92C5D2A87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2810804" y="2405331"/>
            <a:ext cx="4946426" cy="3348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Table&#10;&#10;AI-generated content may be incorrect.">
            <a:extLst>
              <a:ext uri="{FF2B5EF4-FFF2-40B4-BE49-F238E27FC236}">
                <a16:creationId xmlns:a16="http://schemas.microsoft.com/office/drawing/2014/main" id="{C4BF3F21-ECD2-25F9-802D-FFAFB92A092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2121263" y="4708512"/>
            <a:ext cx="7259933" cy="1556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DCE278B-EF99-42D3-F313-63E3B11AD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195" y="2651032"/>
            <a:ext cx="2928156" cy="2261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1214943-0102-C713-F308-CE92228EB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981" y="2528685"/>
            <a:ext cx="3741433" cy="37362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Diagram&#10;&#10;AI-generated content may be incorrect.">
            <a:extLst>
              <a:ext uri="{FF2B5EF4-FFF2-40B4-BE49-F238E27FC236}">
                <a16:creationId xmlns:a16="http://schemas.microsoft.com/office/drawing/2014/main" id="{6C2332A8-DF81-D0D7-E4B4-05364C4D3E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2562" y="881916"/>
            <a:ext cx="4341977" cy="1725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1381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119E41-11DE-EF22-EAA2-9F6A33597D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Quick Week-by-Week Summary!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7AA652-3E22-460E-5297-C9115CFAB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0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3BEA-D16B-7494-F01F-FA028F93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195"/>
            <a:ext cx="10515600" cy="1325563"/>
          </a:xfrm>
        </p:spPr>
        <p:txBody>
          <a:bodyPr/>
          <a:lstStyle/>
          <a:p>
            <a:r>
              <a:rPr lang="en-US" dirty="0"/>
              <a:t>Week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FC03C-3C27-64EC-A159-691E3E3B9CFB}"/>
              </a:ext>
            </a:extLst>
          </p:cNvPr>
          <p:cNvSpPr txBox="1"/>
          <p:nvPr/>
        </p:nvSpPr>
        <p:spPr>
          <a:xfrm>
            <a:off x="838200" y="1602500"/>
            <a:ext cx="72531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Introduction to Shell and the File System</a:t>
            </a:r>
            <a:endParaRPr lang="en-US" sz="28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Wildcards and Shortcuts</a:t>
            </a:r>
            <a:r>
              <a:rPr lang="en-US" sz="28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Working with Files</a:t>
            </a:r>
            <a:endParaRPr lang="en-US" sz="28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5"/>
              </a:rPr>
              <a:t>Searching in Files</a:t>
            </a:r>
            <a:r>
              <a:rPr lang="en-US" sz="28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6"/>
              </a:rPr>
              <a:t>Data Organization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6344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ranching diagram of directory structure on Biowulf from /home and /data to the individual user directories for our course">
            <a:extLst>
              <a:ext uri="{FF2B5EF4-FFF2-40B4-BE49-F238E27FC236}">
                <a16:creationId xmlns:a16="http://schemas.microsoft.com/office/drawing/2014/main" id="{5A26ACBE-58BE-7DC4-BB35-1015504AA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481913"/>
            <a:ext cx="3213896" cy="4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CC34E8-704A-1F95-249D-D3C3E49A1DAB}"/>
              </a:ext>
            </a:extLst>
          </p:cNvPr>
          <p:cNvSpPr txBox="1"/>
          <p:nvPr/>
        </p:nvSpPr>
        <p:spPr>
          <a:xfrm>
            <a:off x="4341333" y="714692"/>
            <a:ext cx="7113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commands could you use to navigate from THIS directory to THAT directory?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D7A02-BCFA-7103-2852-862D3664FC95}"/>
              </a:ext>
            </a:extLst>
          </p:cNvPr>
          <p:cNvSpPr txBox="1"/>
          <p:nvPr/>
        </p:nvSpPr>
        <p:spPr>
          <a:xfrm>
            <a:off x="4293781" y="2132173"/>
            <a:ext cx="360443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are editing a document in Vim – how do you save your current file AND exit at the same time?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15F23-E625-9ACB-0652-FD6F70665F30}"/>
              </a:ext>
            </a:extLst>
          </p:cNvPr>
          <p:cNvSpPr txBox="1"/>
          <p:nvPr/>
        </p:nvSpPr>
        <p:spPr>
          <a:xfrm>
            <a:off x="4655785" y="4444293"/>
            <a:ext cx="66935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6B3"/>
                </a:solidFill>
                <a:effectLst/>
              </a:rPr>
              <a:t>grep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80"/>
                </a:solidFill>
                <a:effectLst/>
              </a:rPr>
              <a:t>-B</a:t>
            </a:r>
            <a:r>
              <a:rPr lang="en-US" sz="2400" dirty="0"/>
              <a:t> 1 </a:t>
            </a:r>
            <a:r>
              <a:rPr lang="en-US" sz="2400" dirty="0">
                <a:solidFill>
                  <a:srgbClr val="000080"/>
                </a:solidFill>
                <a:effectLst/>
              </a:rPr>
              <a:t>-A</a:t>
            </a:r>
            <a:r>
              <a:rPr lang="en-US" sz="2400" dirty="0"/>
              <a:t> 2 NNNNNNNNNN Mov10_oe_2.subset.fq </a:t>
            </a:r>
            <a:r>
              <a:rPr lang="en-US" sz="2400" b="1" dirty="0">
                <a:solidFill>
                  <a:srgbClr val="000000"/>
                </a:solidFill>
                <a:effectLst/>
              </a:rPr>
              <a:t>&gt;</a:t>
            </a:r>
            <a:r>
              <a:rPr lang="en-US" sz="2400" dirty="0"/>
              <a:t> </a:t>
            </a:r>
            <a:r>
              <a:rPr lang="en-US" sz="2400" dirty="0" err="1"/>
              <a:t>bad_reads.txt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are –B and –A? Will this overwrite anything already in </a:t>
            </a:r>
            <a:r>
              <a:rPr lang="en-US" sz="2400" dirty="0" err="1"/>
              <a:t>bad_reads.txt</a:t>
            </a:r>
            <a:r>
              <a:rPr lang="en-US" sz="24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99099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D840-F85A-FDFF-0929-882FD95E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B8487-E2F8-B8F8-6403-95FC341036DB}"/>
              </a:ext>
            </a:extLst>
          </p:cNvPr>
          <p:cNvSpPr txBox="1"/>
          <p:nvPr/>
        </p:nvSpPr>
        <p:spPr>
          <a:xfrm>
            <a:off x="838200" y="2000351"/>
            <a:ext cx="8476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Running FASTQC Interactively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Running FASTQC Using Job Submission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FASTQC Assessment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0358E74-8059-6FC9-065C-44677AE40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694" y="3609992"/>
            <a:ext cx="3516255" cy="268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76AE11E-79CC-96C8-4B59-D6F2ECB70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484" y="460991"/>
            <a:ext cx="4114413" cy="310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681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0F3117-FC9F-4BCD-4B31-4DACC11A118B}"/>
              </a:ext>
            </a:extLst>
          </p:cNvPr>
          <p:cNvSpPr txBox="1"/>
          <p:nvPr/>
        </p:nvSpPr>
        <p:spPr>
          <a:xfrm>
            <a:off x="567184" y="286973"/>
            <a:ext cx="4004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does this command do and how would I specify 8G of memory for it?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0D188-EA32-4DC1-4182-A403049DD8A9}"/>
              </a:ext>
            </a:extLst>
          </p:cNvPr>
          <p:cNvSpPr txBox="1"/>
          <p:nvPr/>
        </p:nvSpPr>
        <p:spPr>
          <a:xfrm>
            <a:off x="4970244" y="529348"/>
            <a:ext cx="6094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sinteractive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--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cpus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-per-task=4 </a:t>
            </a:r>
          </a:p>
          <a:p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--mem=8g</a:t>
            </a:r>
            <a:endParaRPr lang="en-US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9BCABA-B357-2547-69AC-CD83F1FFCD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2" t="22002" r="3947" b="6188"/>
          <a:stretch/>
        </p:blipFill>
        <p:spPr bwMode="auto">
          <a:xfrm>
            <a:off x="490420" y="1879719"/>
            <a:ext cx="5412259" cy="384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CF7A62-2C34-7280-5C45-0ACC618B7BF6}"/>
              </a:ext>
            </a:extLst>
          </p:cNvPr>
          <p:cNvSpPr txBox="1"/>
          <p:nvPr/>
        </p:nvSpPr>
        <p:spPr>
          <a:xfrm>
            <a:off x="6347253" y="2341761"/>
            <a:ext cx="2496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should I label the axes of this plot? Is this a worrying pattern?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CB05C-D1C3-A9DB-5E10-32CF72093075}"/>
              </a:ext>
            </a:extLst>
          </p:cNvPr>
          <p:cNvSpPr txBox="1"/>
          <p:nvPr/>
        </p:nvSpPr>
        <p:spPr>
          <a:xfrm>
            <a:off x="7661189" y="4389660"/>
            <a:ext cx="40403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Uh oh – </a:t>
            </a:r>
            <a:r>
              <a:rPr lang="en-US" sz="2400" dirty="0" err="1"/>
              <a:t>Biowulf</a:t>
            </a:r>
            <a:r>
              <a:rPr lang="en-US" sz="2400" dirty="0"/>
              <a:t> can’t find the command `</a:t>
            </a:r>
            <a:r>
              <a:rPr lang="en-US" sz="2400" dirty="0" err="1"/>
              <a:t>fastqc</a:t>
            </a:r>
            <a:r>
              <a:rPr lang="en-US" sz="2400" dirty="0"/>
              <a:t>` even though I’m on an interactive node – what do I need to do??</a:t>
            </a:r>
          </a:p>
        </p:txBody>
      </p:sp>
    </p:spTree>
    <p:extLst>
      <p:ext uri="{BB962C8B-B14F-4D97-AF65-F5344CB8AC3E}">
        <p14:creationId xmlns:p14="http://schemas.microsoft.com/office/powerpoint/2010/main" val="2057343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3F18-0351-5BAD-06FB-94FE8B4B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3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1B6EE-0EE1-B21D-3FB8-A4D5F9772CCB}"/>
              </a:ext>
            </a:extLst>
          </p:cNvPr>
          <p:cNvSpPr txBox="1"/>
          <p:nvPr/>
        </p:nvSpPr>
        <p:spPr>
          <a:xfrm>
            <a:off x="838200" y="1576143"/>
            <a:ext cx="71100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Reference Genomes and Genome Indices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Mapping with STAR and Viewing Results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MultiQC for organizing results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5"/>
              </a:rPr>
              <a:t>SAM/BAM format for mapping results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5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EB07-F483-09F9-F175-706FC90B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75" y="388990"/>
            <a:ext cx="10950387" cy="10363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ingredients do you need to create a genome index? What is a genome index used for?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5E205-38FE-3DB4-7254-8320A14A293F}"/>
              </a:ext>
            </a:extLst>
          </p:cNvPr>
          <p:cNvSpPr txBox="1"/>
          <p:nvPr/>
        </p:nvSpPr>
        <p:spPr>
          <a:xfrm>
            <a:off x="403413" y="2564659"/>
            <a:ext cx="388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file format is this?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51AD3-E298-5948-484F-5127EF24620D}"/>
              </a:ext>
            </a:extLst>
          </p:cNvPr>
          <p:cNvSpPr txBox="1"/>
          <p:nvPr/>
        </p:nvSpPr>
        <p:spPr>
          <a:xfrm>
            <a:off x="502267" y="3197433"/>
            <a:ext cx="109503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HWI-ST330:304:H045HADXX:2:2212:18192:97569 4 * 0 0 * * 0 CCAGATTTGCGATCTTCATTCCATACAGCATGGAGGAGAAGCCAGGGGCAGGGGTCCCATAGCTGGGCTTGAAGTCGTGGTTGTAAATCGTCCGCAGCCG =@@BDFFFF&lt;FF8BEFE&lt;FHGCFHE?@&lt;++1:8:8CB13BBD;008(('70/';54?9=.7.;@?@==35&gt;B@########################### NH:i:0 HI:i:0 AS:i:57 nM:i:3 uT:A:1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0526A-7391-7C06-2130-94285C328D0D}"/>
              </a:ext>
            </a:extLst>
          </p:cNvPr>
          <p:cNvSpPr txBox="1"/>
          <p:nvPr/>
        </p:nvSpPr>
        <p:spPr>
          <a:xfrm>
            <a:off x="403413" y="5325035"/>
            <a:ext cx="5632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are some parts of this data format? </a:t>
            </a:r>
          </a:p>
        </p:txBody>
      </p:sp>
    </p:spTree>
    <p:extLst>
      <p:ext uri="{BB962C8B-B14F-4D97-AF65-F5344CB8AC3E}">
        <p14:creationId xmlns:p14="http://schemas.microsoft.com/office/powerpoint/2010/main" val="11159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7062-A1D2-FF92-0183-B0440E54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21E4E-6613-D388-AD3B-6419B8338A64}"/>
              </a:ext>
            </a:extLst>
          </p:cNvPr>
          <p:cNvSpPr txBox="1"/>
          <p:nvPr/>
        </p:nvSpPr>
        <p:spPr>
          <a:xfrm>
            <a:off x="838200" y="1690688"/>
            <a:ext cx="6099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Counting RNAseq Reads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Experimental Design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51AE42F-2431-6C83-96D3-47237DB58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918" y="1377805"/>
            <a:ext cx="5324304" cy="481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441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B989-2FF5-9892-74AF-B26F39E7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AC55-A587-DD22-A64E-EBB6AF2B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do we input to </a:t>
            </a:r>
            <a:r>
              <a:rPr lang="en-US" dirty="0" err="1"/>
              <a:t>featureCounts</a:t>
            </a:r>
            <a:r>
              <a:rPr lang="en-US" dirty="0"/>
              <a:t>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Anyone remember what this did for us?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D3AD9-0B86-09F6-3FDD-5A34A13B84B2}"/>
              </a:ext>
            </a:extLst>
          </p:cNvPr>
          <p:cNvSpPr txBox="1"/>
          <p:nvPr/>
        </p:nvSpPr>
        <p:spPr>
          <a:xfrm>
            <a:off x="838200" y="3429000"/>
            <a:ext cx="1078372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:%s/\/data\/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Bspc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-training\/shared\/rnaseq_jan2025\/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results_for_counting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\///g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486E8CB-5D0B-B3AB-D41E-72E60F40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58" y="4533496"/>
            <a:ext cx="4637816" cy="151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5D642C-83EC-9D5D-E028-BD35EB91F661}"/>
              </a:ext>
            </a:extLst>
          </p:cNvPr>
          <p:cNvSpPr txBox="1"/>
          <p:nvPr/>
        </p:nvSpPr>
        <p:spPr>
          <a:xfrm>
            <a:off x="6035171" y="4920583"/>
            <a:ext cx="492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could we avoid confounding by sex (color)?</a:t>
            </a:r>
          </a:p>
        </p:txBody>
      </p:sp>
    </p:spTree>
    <p:extLst>
      <p:ext uri="{BB962C8B-B14F-4D97-AF65-F5344CB8AC3E}">
        <p14:creationId xmlns:p14="http://schemas.microsoft.com/office/powerpoint/2010/main" val="1647944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EC3A-90B0-B9CB-3179-8190EC29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92AD-C53E-B9AA-DD2F-4D8C9A462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Automating the RNAseq workflow</a:t>
            </a:r>
            <a:r>
              <a:rPr lang="en-US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Intro to R and RStudio</a:t>
            </a:r>
            <a:r>
              <a:rPr lang="en-US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FDE7DE7-7851-31D2-9FED-85B3C8870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692" y="2425452"/>
            <a:ext cx="5684108" cy="375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430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DB3-167F-375C-FAA8-88CD31F0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7A638-E9CA-6AB2-D898-20CBAC93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does </a:t>
            </a:r>
            <a:r>
              <a:rPr lang="en-US" dirty="0">
                <a:solidFill>
                  <a:srgbClr val="008080"/>
                </a:solidFill>
              </a:rPr>
              <a:t>`</a:t>
            </a:r>
            <a:r>
              <a:rPr lang="en-US" dirty="0" err="1">
                <a:solidFill>
                  <a:srgbClr val="008080"/>
                </a:solidFill>
                <a:effectLst/>
              </a:rPr>
              <a:t>fq</a:t>
            </a:r>
            <a:r>
              <a:rPr lang="en-US" b="1" dirty="0">
                <a:solidFill>
                  <a:srgbClr val="000000"/>
                </a:solidFill>
                <a:effectLst/>
              </a:rPr>
              <a:t>=${</a:t>
            </a:r>
            <a:r>
              <a:rPr lang="en-US" dirty="0">
                <a:solidFill>
                  <a:srgbClr val="008080"/>
                </a:solidFill>
                <a:effectLst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</a:rPr>
              <a:t>} </a:t>
            </a:r>
            <a:r>
              <a:rPr lang="en-US" dirty="0">
                <a:solidFill>
                  <a:srgbClr val="000000"/>
                </a:solidFill>
                <a:effectLst/>
              </a:rPr>
              <a:t>` do in our automation script?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Where does the value for </a:t>
            </a:r>
            <a:r>
              <a:rPr lang="en-US" dirty="0">
                <a:solidFill>
                  <a:srgbClr val="008080"/>
                </a:solidFill>
                <a:effectLst/>
              </a:rPr>
              <a:t>SLURM_CPUS_PER_TASK</a:t>
            </a:r>
            <a:r>
              <a:rPr lang="en-US" dirty="0">
                <a:solidFill>
                  <a:srgbClr val="000000"/>
                </a:solidFill>
                <a:effectLst/>
              </a:rPr>
              <a:t> come from? 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B9795-13DD-FD70-6D08-E4536B520D03}"/>
              </a:ext>
            </a:extLst>
          </p:cNvPr>
          <p:cNvSpPr txBox="1"/>
          <p:nvPr/>
        </p:nvSpPr>
        <p:spPr>
          <a:xfrm>
            <a:off x="838200" y="3429000"/>
            <a:ext cx="11260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are some ways we can check if a TSV was successfully imported into </a:t>
            </a:r>
            <a:r>
              <a:rPr lang="en-US" sz="2400" dirty="0" err="1"/>
              <a:t>Rstudio</a:t>
            </a:r>
            <a:r>
              <a:rPr lang="en-US" sz="24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5550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53BE-35DD-71B6-E99A-DF274715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A8D29-5584-DC4C-AC77-92027055C446}"/>
              </a:ext>
            </a:extLst>
          </p:cNvPr>
          <p:cNvSpPr txBox="1"/>
          <p:nvPr/>
        </p:nvSpPr>
        <p:spPr>
          <a:xfrm>
            <a:off x="1062681" y="1544595"/>
            <a:ext cx="83727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Differential Gene Expression Overview and Setup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Count normalization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Quality Control of DE Analyses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5"/>
              </a:rPr>
              <a:t>DE Design Formulas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AACF7AF-D164-0D50-9628-FDEB39226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792" y="2870158"/>
            <a:ext cx="6034559" cy="336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94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1A25-DE47-2690-9371-40A0DB42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6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2ED626B-72B8-EF43-C95D-920D4F10C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7" y="1466542"/>
            <a:ext cx="5782294" cy="295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D2F0C-E44D-C36F-07BF-21C556CC31D8}"/>
              </a:ext>
            </a:extLst>
          </p:cNvPr>
          <p:cNvSpPr txBox="1"/>
          <p:nvPr/>
        </p:nvSpPr>
        <p:spPr>
          <a:xfrm>
            <a:off x="6990900" y="2179693"/>
            <a:ext cx="2075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it look like cage explains a lot of the variation in these two PCs?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E007A-4A57-2D88-524B-E703E56F197E}"/>
              </a:ext>
            </a:extLst>
          </p:cNvPr>
          <p:cNvSpPr txBox="1"/>
          <p:nvPr/>
        </p:nvSpPr>
        <p:spPr>
          <a:xfrm>
            <a:off x="1052808" y="4701395"/>
            <a:ext cx="9863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r>
              <a:rPr lang="en-US" dirty="0">
                <a:solidFill>
                  <a:srgbClr val="BBBBB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&lt;-</a:t>
            </a:r>
            <a:r>
              <a:rPr lang="en-US" dirty="0">
                <a:solidFill>
                  <a:srgbClr val="BBBBB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DESeqDataSetFromMatrix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counts, meta, design formula = ~</a:t>
            </a:r>
            <a:r>
              <a:rPr lang="en-US" dirty="0" err="1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sampletype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dirty="0">
                <a:solidFill>
                  <a:srgbClr val="BBBBBB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79FA2-C505-AFA2-6CA4-18CDFC40DB39}"/>
              </a:ext>
            </a:extLst>
          </p:cNvPr>
          <p:cNvSpPr txBox="1"/>
          <p:nvPr/>
        </p:nvSpPr>
        <p:spPr>
          <a:xfrm>
            <a:off x="1052808" y="5508163"/>
            <a:ext cx="7652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do we normalize our count data before DE analysis?</a:t>
            </a:r>
          </a:p>
        </p:txBody>
      </p:sp>
    </p:spTree>
    <p:extLst>
      <p:ext uri="{BB962C8B-B14F-4D97-AF65-F5344CB8AC3E}">
        <p14:creationId xmlns:p14="http://schemas.microsoft.com/office/powerpoint/2010/main" val="27073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55B0-D1F5-47C4-BEA1-40BFF83E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7/8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24918-AD8C-9BA9-2703-470155211AAC}"/>
              </a:ext>
            </a:extLst>
          </p:cNvPr>
          <p:cNvSpPr txBox="1"/>
          <p:nvPr/>
        </p:nvSpPr>
        <p:spPr>
          <a:xfrm>
            <a:off x="918586" y="1693253"/>
            <a:ext cx="60980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Hypothesis Testing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Exploring Wald Test Results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Summarizing DE Results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5"/>
              </a:rPr>
              <a:t>Visualizing DE Results</a:t>
            </a:r>
            <a:r>
              <a:rPr lang="en-US" sz="2400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AA33E6E-0F92-DD79-3888-6CD281152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6" r="-3218" b="9142"/>
          <a:stretch/>
        </p:blipFill>
        <p:spPr bwMode="auto">
          <a:xfrm>
            <a:off x="5714727" y="826199"/>
            <a:ext cx="6098057" cy="452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175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9300-8883-B1E0-9959-A4E2115F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7/8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11735-D178-DCAE-ADBA-DC8728AD47EF}"/>
              </a:ext>
            </a:extLst>
          </p:cNvPr>
          <p:cNvSpPr txBox="1"/>
          <p:nvPr/>
        </p:nvSpPr>
        <p:spPr>
          <a:xfrm>
            <a:off x="935131" y="1651320"/>
            <a:ext cx="10321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statistical distribution does DESeq2 use to model RNA-Seq count data?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E498-6E97-D8E2-79D6-F41F49ED7149}"/>
              </a:ext>
            </a:extLst>
          </p:cNvPr>
          <p:cNvSpPr txBox="1"/>
          <p:nvPr/>
        </p:nvSpPr>
        <p:spPr>
          <a:xfrm>
            <a:off x="1032061" y="2844645"/>
            <a:ext cx="10171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</a:rPr>
              <a:t>Fill in the blanks: </a:t>
            </a:r>
          </a:p>
          <a:p>
            <a:r>
              <a:rPr lang="en-US" sz="2400" dirty="0" err="1">
                <a:effectLst/>
              </a:rPr>
              <a:t>contrast_oe</a:t>
            </a:r>
            <a:r>
              <a:rPr lang="en-US" sz="2400" dirty="0">
                <a:solidFill>
                  <a:srgbClr val="BBBBBB"/>
                </a:solidFill>
                <a:effectLst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</a:rPr>
              <a:t>&lt;-</a:t>
            </a:r>
            <a:r>
              <a:rPr lang="en-US" sz="2400" dirty="0">
                <a:solidFill>
                  <a:srgbClr val="BBBBBB"/>
                </a:solidFill>
                <a:effectLst/>
              </a:rPr>
              <a:t> </a:t>
            </a:r>
            <a:r>
              <a:rPr lang="en-US" sz="2400" b="1" dirty="0">
                <a:solidFill>
                  <a:srgbClr val="990000"/>
                </a:solidFill>
                <a:effectLst/>
              </a:rPr>
              <a:t>c</a:t>
            </a:r>
            <a:r>
              <a:rPr lang="en-US" sz="2400" dirty="0">
                <a:effectLst/>
              </a:rPr>
              <a:t>(</a:t>
            </a:r>
            <a:r>
              <a:rPr lang="en-US" sz="2400" dirty="0">
                <a:solidFill>
                  <a:srgbClr val="DD1144"/>
                </a:solidFill>
                <a:effectLst/>
              </a:rPr>
              <a:t>"</a:t>
            </a:r>
            <a:r>
              <a:rPr lang="en-US" sz="2400" dirty="0" err="1">
                <a:solidFill>
                  <a:srgbClr val="DD1144"/>
                </a:solidFill>
                <a:effectLst/>
              </a:rPr>
              <a:t>sampletype</a:t>
            </a:r>
            <a:r>
              <a:rPr lang="en-US" sz="2400" dirty="0">
                <a:solidFill>
                  <a:srgbClr val="DD1144"/>
                </a:solidFill>
                <a:effectLst/>
              </a:rPr>
              <a:t>"</a:t>
            </a:r>
            <a:r>
              <a:rPr lang="en-US" sz="2400" dirty="0">
                <a:effectLst/>
              </a:rPr>
              <a:t>, mov10_oe</a:t>
            </a:r>
            <a:r>
              <a:rPr lang="en-US" sz="2400" dirty="0">
                <a:solidFill>
                  <a:srgbClr val="BBBBBB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, control</a:t>
            </a:r>
            <a:r>
              <a:rPr lang="en-US" sz="2400" dirty="0">
                <a:solidFill>
                  <a:srgbClr val="BBBBBB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)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1DFE8-1A38-E94B-E902-9DF2D0AB1001}"/>
              </a:ext>
            </a:extLst>
          </p:cNvPr>
          <p:cNvSpPr txBox="1"/>
          <p:nvPr/>
        </p:nvSpPr>
        <p:spPr>
          <a:xfrm>
            <a:off x="1032062" y="4461755"/>
            <a:ext cx="9940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difference between `</a:t>
            </a:r>
            <a:r>
              <a:rPr lang="en-US" sz="2400" dirty="0" err="1"/>
              <a:t>pval</a:t>
            </a:r>
            <a:r>
              <a:rPr lang="en-US" sz="2400" dirty="0"/>
              <a:t>`  and `</a:t>
            </a:r>
            <a:r>
              <a:rPr lang="en-US" sz="2400" dirty="0" err="1"/>
              <a:t>padj</a:t>
            </a:r>
            <a:r>
              <a:rPr lang="en-US" sz="2400" dirty="0"/>
              <a:t>` in our DESeq2 results? </a:t>
            </a:r>
          </a:p>
        </p:txBody>
      </p:sp>
    </p:spTree>
    <p:extLst>
      <p:ext uri="{BB962C8B-B14F-4D97-AF65-F5344CB8AC3E}">
        <p14:creationId xmlns:p14="http://schemas.microsoft.com/office/powerpoint/2010/main" val="2098401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0AA9-05C6-3189-73A1-702AC1B7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8/9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0C6A8-6E3E-A474-4A4D-52EA3415BF5F}"/>
              </a:ext>
            </a:extLst>
          </p:cNvPr>
          <p:cNvSpPr txBox="1"/>
          <p:nvPr/>
        </p:nvSpPr>
        <p:spPr>
          <a:xfrm>
            <a:off x="964827" y="1591707"/>
            <a:ext cx="6098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2"/>
              </a:rPr>
              <a:t>Likelihood Ratio Testing Results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3"/>
              </a:rPr>
              <a:t>Annotation databases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Overrepresentation analysis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5"/>
              </a:rPr>
              <a:t>Functional class scoring</a:t>
            </a:r>
            <a:endParaRPr lang="en-US" sz="2400" b="0" i="0" dirty="0">
              <a:solidFill>
                <a:srgbClr val="606C71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C7DA2DB-1810-3B78-5F09-1CEEC6F40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3071"/>
            <a:ext cx="5445404" cy="416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673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3F6F629B-B463-B4A4-2223-EFED00540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66" y="268941"/>
            <a:ext cx="2706611" cy="352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able&#10;&#10;AI-generated content may be incorrect.">
            <a:extLst>
              <a:ext uri="{FF2B5EF4-FFF2-40B4-BE49-F238E27FC236}">
                <a16:creationId xmlns:a16="http://schemas.microsoft.com/office/drawing/2014/main" id="{34E20330-850C-BA4F-E22C-CC59DA09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60" y="4464657"/>
            <a:ext cx="9985344" cy="2003378"/>
          </a:xfrm>
          <a:prstGeom prst="rect">
            <a:avLst/>
          </a:prstGeom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A7B76D7-FB55-B187-C23A-E506D2AC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829" y="35907"/>
            <a:ext cx="4958042" cy="37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453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D8BE-EB09-A32F-8CC3-6FCF7C00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F6C1-9DA1-6FD6-480D-9C71F87E7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Please move your /data/</a:t>
            </a:r>
            <a:r>
              <a:rPr lang="en-US" dirty="0" err="1"/>
              <a:t>Bspc</a:t>
            </a:r>
            <a:r>
              <a:rPr lang="en-US" dirty="0"/>
              <a:t>-training/$USER directory to your main /data/$USER training folder. </a:t>
            </a:r>
          </a:p>
          <a:p>
            <a:pPr lvl="1"/>
            <a:r>
              <a:rPr lang="en-US" dirty="0"/>
              <a:t>Instructions to follow so we don’t accidentally overwrite anything!</a:t>
            </a:r>
          </a:p>
          <a:p>
            <a:pPr lvl="1"/>
            <a:r>
              <a:rPr lang="en-US" dirty="0"/>
              <a:t>Paths you are using in scripts will change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Course evaluation survey will go out this afternoon</a:t>
            </a:r>
          </a:p>
          <a:p>
            <a:endParaRPr lang="en-US" dirty="0"/>
          </a:p>
          <a:p>
            <a:r>
              <a:rPr lang="en-US" dirty="0"/>
              <a:t>Office hours: April 23rd 10am-12pm </a:t>
            </a:r>
          </a:p>
          <a:p>
            <a:endParaRPr lang="en-US" dirty="0"/>
          </a:p>
          <a:p>
            <a:r>
              <a:rPr lang="en-US" dirty="0"/>
              <a:t>Keep using course Slack channel – eventually move to general Help channel!</a:t>
            </a:r>
          </a:p>
        </p:txBody>
      </p:sp>
    </p:spTree>
    <p:extLst>
      <p:ext uri="{BB962C8B-B14F-4D97-AF65-F5344CB8AC3E}">
        <p14:creationId xmlns:p14="http://schemas.microsoft.com/office/powerpoint/2010/main" val="60595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E8E8DFAE0B34F80F1CD75B77D6260" ma:contentTypeVersion="4" ma:contentTypeDescription="Create a new document." ma:contentTypeScope="" ma:versionID="35bb30a279d979515c930ca829ede7d8">
  <xsd:schema xmlns:xsd="http://www.w3.org/2001/XMLSchema" xmlns:xs="http://www.w3.org/2001/XMLSchema" xmlns:p="http://schemas.microsoft.com/office/2006/metadata/properties" xmlns:ns2="c7cc936d-3c10-447c-ab51-9b3afe1ae4cc" targetNamespace="http://schemas.microsoft.com/office/2006/metadata/properties" ma:root="true" ma:fieldsID="bfbc9665ba89c683eeef3320b8250cbb" ns2:_="">
    <xsd:import namespace="c7cc936d-3c10-447c-ab51-9b3afe1ae4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c936d-3c10-447c-ab51-9b3afe1ae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992D1C-CF79-4EF1-AD68-4A7DD9B38B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c936d-3c10-447c-ab51-9b3afe1ae4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EBE6EE-EA83-4DCA-A7C6-F2804AF972A6}">
  <ds:schemaRefs>
    <ds:schemaRef ds:uri="c7cc936d-3c10-447c-ab51-9b3afe1ae4cc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5CEF223-1A8D-4FFE-8D95-A67B217665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1034</Words>
  <Application>Microsoft Macintosh PowerPoint</Application>
  <PresentationFormat>Widescreen</PresentationFormat>
  <Paragraphs>226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Courier New</vt:lpstr>
      <vt:lpstr>Menlo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Week-by-Week Summary!</vt:lpstr>
      <vt:lpstr>Week 1 </vt:lpstr>
      <vt:lpstr>PowerPoint Presentation</vt:lpstr>
      <vt:lpstr>Week 2 </vt:lpstr>
      <vt:lpstr>PowerPoint Presentation</vt:lpstr>
      <vt:lpstr>Week 3 </vt:lpstr>
      <vt:lpstr>PowerPoint Presentation</vt:lpstr>
      <vt:lpstr>Week 4 </vt:lpstr>
      <vt:lpstr>Week 4</vt:lpstr>
      <vt:lpstr>Week 5</vt:lpstr>
      <vt:lpstr>Week 5 </vt:lpstr>
      <vt:lpstr>Week 6</vt:lpstr>
      <vt:lpstr>Week 6</vt:lpstr>
      <vt:lpstr>Week 7/8</vt:lpstr>
      <vt:lpstr>Week 7/8</vt:lpstr>
      <vt:lpstr>Week 8/9</vt:lpstr>
      <vt:lpstr>PowerPoint Presentation</vt:lpstr>
      <vt:lpstr>Last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Elizabeth (NIH/NICHD) [C]</dc:creator>
  <cp:lastModifiedBy>Chang, Elizabeth (NIH/NICHD) [C]</cp:lastModifiedBy>
  <cp:revision>1</cp:revision>
  <cp:lastPrinted>2025-03-28T14:45:10Z</cp:lastPrinted>
  <dcterms:created xsi:type="dcterms:W3CDTF">2025-03-26T17:44:03Z</dcterms:created>
  <dcterms:modified xsi:type="dcterms:W3CDTF">2025-03-28T15:17:09Z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0x010100731E8E8DFAE0B34F80F1CD75B77D6260</vt:lpwstr>
  </property>
</Properties>
</file>